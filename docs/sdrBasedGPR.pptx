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3.xml.rels" ContentType="application/vnd.openxmlformats-package.relationships+xml"/>
  <Override PartName="/customXml/_rels/item2.xml.rels" ContentType="application/vnd.openxmlformats-package.relationships+xml"/>
  <Override PartName="/customXml/_rels/item1.xml.rels" ContentType="application/vnd.openxmlformats-package.relationships+xml"/>
  <Override PartName="/customXml/itemProps2.xml" ContentType="application/vnd.openxmlformats-officedocument.customXmlProperties+xml"/>
  <Override PartName="/customXml/item3.xml" ContentType="application/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slideMasters/_rels/slideMaster13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0.xml.rels" ContentType="application/vnd.openxmlformats-package.relationships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3.xml" ContentType="application/vnd.openxmlformats-officedocument.presentationml.slideMaster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10.xml" ContentType="application/vnd.openxmlformats-officedocument.theme+xml"/>
  <Override PartName="/ppt/theme/theme5.xml" ContentType="application/vnd.openxmlformats-officedocument.theme+xml"/>
  <Override PartName="/ppt/theme/theme11.xml" ContentType="application/vnd.openxmlformats-officedocument.theme+xml"/>
  <Override PartName="/ppt/theme/theme6.xml" ContentType="application/vnd.openxmlformats-officedocument.theme+xml"/>
  <Override PartName="/ppt/theme/theme12.xml" ContentType="application/vnd.openxmlformats-officedocument.theme+xml"/>
  <Override PartName="/ppt/theme/theme7.xml" ContentType="application/vnd.openxmlformats-officedocument.theme+xml"/>
  <Override PartName="/ppt/theme/theme13.xml" ContentType="application/vnd.openxmlformats-officedocument.theme+xml"/>
  <Override PartName="/ppt/_rels/presentation.xml.rels" ContentType="application/vnd.openxmlformats-package.relationships+xml"/>
  <Override PartName="/ppt/media/image29.png" ContentType="image/png"/>
  <Override PartName="/ppt/media/image26.jpeg" ContentType="image/jpeg"/>
  <Override PartName="/ppt/media/image42.png" ContentType="image/png"/>
  <Override PartName="/ppt/media/image25.jpeg" ContentType="image/jpeg"/>
  <Override PartName="/ppt/media/image32.png" ContentType="image/png"/>
  <Override PartName="/ppt/media/image24.png" ContentType="image/png"/>
  <Override PartName="/ppt/media/image11.jpeg" ContentType="image/jpeg"/>
  <Override PartName="/ppt/media/image22.png" ContentType="image/png"/>
  <Override PartName="/ppt/media/image21.png" ContentType="image/png"/>
  <Override PartName="/ppt/media/image20.jpeg" ContentType="image/jpeg"/>
  <Override PartName="/ppt/media/image19.jpeg" ContentType="image/jpeg"/>
  <Override PartName="/ppt/media/image18.jpeg" ContentType="image/jpeg"/>
  <Override PartName="/ppt/media/image17.jpeg" ContentType="image/jpeg"/>
  <Override PartName="/ppt/media/image16.jpeg" ContentType="image/jpeg"/>
  <Override PartName="/ppt/media/image14.jpeg" ContentType="image/jpeg"/>
  <Override PartName="/ppt/media/image1.jpeg" ContentType="image/jpeg"/>
  <Override PartName="/ppt/media/image35.jpeg" ContentType="image/jpeg"/>
  <Override PartName="/ppt/media/image47.png" ContentType="image/png"/>
  <Override PartName="/ppt/media/image4.wmf" ContentType="image/x-wmf"/>
  <Override PartName="/ppt/media/image27.wmf" ContentType="image/x-wmf"/>
  <Override PartName="/ppt/media/image10.jpeg" ContentType="image/jpeg"/>
  <Override PartName="/ppt/media/image39.jpeg" ContentType="image/jpeg"/>
  <Override PartName="/ppt/media/image8.jpeg" ContentType="image/jpeg"/>
  <Override PartName="/ppt/media/image5.png" ContentType="image/png"/>
  <Override PartName="/ppt/media/image31.jpeg" ContentType="image/jpeg"/>
  <Override PartName="/ppt/media/image41.png" ContentType="image/png"/>
  <Override PartName="/ppt/media/image9.jpeg" ContentType="image/jpeg"/>
  <Override PartName="/ppt/media/image30.jpeg" ContentType="image/jpeg"/>
  <Override PartName="/ppt/media/image43.png" ContentType="image/png"/>
  <Override PartName="/ppt/media/image3.wmf" ContentType="image/x-wmf"/>
  <Override PartName="/ppt/media/image15.jpeg" ContentType="image/jpeg"/>
  <Override PartName="/ppt/media/image33.png" ContentType="image/png"/>
  <Override PartName="/ppt/media/image45.png" ContentType="image/png"/>
  <Override PartName="/ppt/media/image6.jpeg" ContentType="image/jpeg"/>
  <Override PartName="/ppt/media/image46.png" ContentType="image/png"/>
  <Override PartName="/ppt/media/image34.png" ContentType="image/png"/>
  <Override PartName="/ppt/media/image12.jpeg" ContentType="image/jpeg"/>
  <Override PartName="/ppt/media/image28.wmf" ContentType="image/x-wmf"/>
  <Override PartName="/ppt/media/image37.jpeg" ContentType="image/jpeg"/>
  <Override PartName="/ppt/media/image38.jpeg" ContentType="image/jpeg"/>
  <Override PartName="/ppt/media/image7.jpeg" ContentType="image/jpeg"/>
  <Override PartName="/ppt/media/image44.png" ContentType="image/png"/>
  <Override PartName="/ppt/media/image40.jpeg" ContentType="image/jpeg"/>
  <Override PartName="/ppt/media/image13.jpeg" ContentType="image/jpeg"/>
  <Override PartName="/ppt/media/image23.png" ContentType="image/png"/>
  <Override PartName="/ppt/media/image36.jpeg" ContentType="image/jpeg"/>
  <Override PartName="/ppt/media/image2.jpeg" ContentType="image/jpeg"/>
  <Override PartName="/ppt/slideLayouts/_rels/slideLayout76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179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178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177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176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175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167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166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17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173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61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60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17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165.xml.rels" ContentType="application/vnd.openxmlformats-package.relationships+xml"/>
  <Override PartName="/ppt/slideLayouts/_rels/slideLayout163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59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141.xml.rels" ContentType="application/vnd.openxmlformats-package.relationships+xml"/>
  <Override PartName="/ppt/slideLayouts/_rels/slideLayout140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136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6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80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53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6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52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14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4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37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15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1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147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5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50.xml.rels" ContentType="application/vnd.openxmlformats-package.relationships+xml"/>
  <Override PartName="/ppt/slideLayouts/_rels/slideLayout146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156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55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154.xml.rels" ContentType="application/vnd.openxmlformats-package.relationships+xml"/>
  <Override PartName="/ppt/slideLayouts/_rels/slideLayout133.xml.rels" ContentType="application/vnd.openxmlformats-package.relationships+xml"/>
  <Override PartName="/ppt/slideLayouts/_rels/slideLayout142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143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1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1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139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138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35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34.xml.rels" ContentType="application/vnd.openxmlformats-package.relationships+xml"/>
  <Override PartName="/ppt/slideLayouts/_rels/slideLayout162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169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172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71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57.xml.rels" ContentType="application/vnd.openxmlformats-package.relationships+xml"/>
  <Override PartName="/ppt/slideLayouts/slideLayout124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  <p:sldMasterId id="2147483791" r:id="rId13"/>
    <p:sldMasterId id="2147483804" r:id="rId14"/>
    <p:sldMasterId id="2147483817" r:id="rId15"/>
    <p:sldMasterId id="2147483830" r:id="rId16"/>
  </p:sld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</p:sldIdLst>
  <p:sldSz cx="12192000" cy="6858000"/>
  <p:notesSz cx="6858000" cy="91440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8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8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4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8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9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0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1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1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7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2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3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4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1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3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7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8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9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60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4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8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6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0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1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2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3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1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7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1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8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9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3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4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5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6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64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9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0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1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5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6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7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8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10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1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1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2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21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2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25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3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3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37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3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41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42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43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44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6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6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6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68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7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72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7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8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84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8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87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88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89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90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91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9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0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0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1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10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14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18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21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2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2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2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26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2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29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30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31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32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33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4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4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4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4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1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5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5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5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5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56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5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5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60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6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63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6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6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6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68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7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71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72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73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74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75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84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8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8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8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1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9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9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9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9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9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99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0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0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0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0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06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0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0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10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11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15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16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17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18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2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2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3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3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1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3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38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4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4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42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4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4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4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49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5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5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5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54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5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57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58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59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60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61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wmf"/><Relationship Id="rId5" Type="http://schemas.openxmlformats.org/officeDocument/2006/relationships/image" Target="../media/image4.wmf"/><Relationship Id="rId6" Type="http://schemas.openxmlformats.org/officeDocument/2006/relationships/image" Target="../media/image5.png"/><Relationship Id="rId7" Type="http://schemas.openxmlformats.org/officeDocument/2006/relationships/slideLayout" Target="../slideLayouts/slideLayout1.xml"/><Relationship Id="rId8" Type="http://schemas.openxmlformats.org/officeDocument/2006/relationships/slideLayout" Target="../slideLayouts/slideLayout2.xml"/><Relationship Id="rId9" Type="http://schemas.openxmlformats.org/officeDocument/2006/relationships/slideLayout" Target="../slideLayouts/slideLayout3.xml"/><Relationship Id="rId10" Type="http://schemas.openxmlformats.org/officeDocument/2006/relationships/slideLayout" Target="../slideLayouts/slideLayout4.xml"/><Relationship Id="rId11" Type="http://schemas.openxmlformats.org/officeDocument/2006/relationships/slideLayout" Target="../slideLayouts/slideLayout5.xml"/><Relationship Id="rId12" Type="http://schemas.openxmlformats.org/officeDocument/2006/relationships/slideLayout" Target="../slideLayouts/slideLayout6.xml"/><Relationship Id="rId13" Type="http://schemas.openxmlformats.org/officeDocument/2006/relationships/slideLayout" Target="../slideLayouts/slideLayout7.xml"/><Relationship Id="rId14" Type="http://schemas.openxmlformats.org/officeDocument/2006/relationships/slideLayout" Target="../slideLayouts/slideLayout8.xml"/><Relationship Id="rId15" Type="http://schemas.openxmlformats.org/officeDocument/2006/relationships/slideLayout" Target="../slideLayouts/slideLayout9.xml"/><Relationship Id="rId16" Type="http://schemas.openxmlformats.org/officeDocument/2006/relationships/slideLayout" Target="../slideLayouts/slideLayout10.xml"/><Relationship Id="rId17" Type="http://schemas.openxmlformats.org/officeDocument/2006/relationships/slideLayout" Target="../slideLayouts/slideLayout11.xml"/><Relationship Id="rId18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6.jpeg"/><Relationship Id="rId3" Type="http://schemas.openxmlformats.org/officeDocument/2006/relationships/image" Target="../media/image7.jpeg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8.jpeg"/><Relationship Id="rId3" Type="http://schemas.openxmlformats.org/officeDocument/2006/relationships/image" Target="../media/image9.jpeg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0.jpeg"/><Relationship Id="rId3" Type="http://schemas.openxmlformats.org/officeDocument/2006/relationships/image" Target="../media/image11.jpeg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46.xml"/><Relationship Id="rId14" Type="http://schemas.openxmlformats.org/officeDocument/2006/relationships/slideLayout" Target="../slideLayouts/slideLayout47.xml"/><Relationship Id="rId15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2.jpeg"/><Relationship Id="rId3" Type="http://schemas.openxmlformats.org/officeDocument/2006/relationships/image" Target="../media/image13.jpeg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57.xml"/><Relationship Id="rId13" Type="http://schemas.openxmlformats.org/officeDocument/2006/relationships/slideLayout" Target="../slideLayouts/slideLayout58.xml"/><Relationship Id="rId14" Type="http://schemas.openxmlformats.org/officeDocument/2006/relationships/slideLayout" Target="../slideLayouts/slideLayout59.xml"/><Relationship Id="rId15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4.jpeg"/><Relationship Id="rId3" Type="http://schemas.openxmlformats.org/officeDocument/2006/relationships/image" Target="../media/image15.jpeg"/><Relationship Id="rId4" Type="http://schemas.openxmlformats.org/officeDocument/2006/relationships/slideLayout" Target="../slideLayouts/slideLayout61.xml"/><Relationship Id="rId5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3.xml"/><Relationship Id="rId7" Type="http://schemas.openxmlformats.org/officeDocument/2006/relationships/slideLayout" Target="../slideLayouts/slideLayout64.xml"/><Relationship Id="rId8" Type="http://schemas.openxmlformats.org/officeDocument/2006/relationships/slideLayout" Target="../slideLayouts/slideLayout65.xml"/><Relationship Id="rId9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67.xml"/><Relationship Id="rId11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69.xml"/><Relationship Id="rId13" Type="http://schemas.openxmlformats.org/officeDocument/2006/relationships/slideLayout" Target="../slideLayouts/slideLayout70.xml"/><Relationship Id="rId14" Type="http://schemas.openxmlformats.org/officeDocument/2006/relationships/slideLayout" Target="../slideLayouts/slideLayout71.xml"/><Relationship Id="rId15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6.jpeg"/><Relationship Id="rId3" Type="http://schemas.openxmlformats.org/officeDocument/2006/relationships/image" Target="../media/image17.jpeg"/><Relationship Id="rId4" Type="http://schemas.openxmlformats.org/officeDocument/2006/relationships/slideLayout" Target="../slideLayouts/slideLayout73.xml"/><Relationship Id="rId5" Type="http://schemas.openxmlformats.org/officeDocument/2006/relationships/slideLayout" Target="../slideLayouts/slideLayout74.xml"/><Relationship Id="rId6" Type="http://schemas.openxmlformats.org/officeDocument/2006/relationships/slideLayout" Target="../slideLayouts/slideLayout75.xml"/><Relationship Id="rId7" Type="http://schemas.openxmlformats.org/officeDocument/2006/relationships/slideLayout" Target="../slideLayouts/slideLayout76.xml"/><Relationship Id="rId8" Type="http://schemas.openxmlformats.org/officeDocument/2006/relationships/slideLayout" Target="../slideLayouts/slideLayout77.xml"/><Relationship Id="rId9" Type="http://schemas.openxmlformats.org/officeDocument/2006/relationships/slideLayout" Target="../slideLayouts/slideLayout78.xml"/><Relationship Id="rId10" Type="http://schemas.openxmlformats.org/officeDocument/2006/relationships/slideLayout" Target="../slideLayouts/slideLayout79.xml"/><Relationship Id="rId11" Type="http://schemas.openxmlformats.org/officeDocument/2006/relationships/slideLayout" Target="../slideLayouts/slideLayout80.xml"/><Relationship Id="rId12" Type="http://schemas.openxmlformats.org/officeDocument/2006/relationships/slideLayout" Target="../slideLayouts/slideLayout81.xml"/><Relationship Id="rId13" Type="http://schemas.openxmlformats.org/officeDocument/2006/relationships/slideLayout" Target="../slideLayouts/slideLayout82.xml"/><Relationship Id="rId14" Type="http://schemas.openxmlformats.org/officeDocument/2006/relationships/slideLayout" Target="../slideLayouts/slideLayout83.xml"/><Relationship Id="rId15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8.jpeg"/><Relationship Id="rId3" Type="http://schemas.openxmlformats.org/officeDocument/2006/relationships/image" Target="../media/image19.jpeg"/><Relationship Id="rId4" Type="http://schemas.openxmlformats.org/officeDocument/2006/relationships/slideLayout" Target="../slideLayouts/slideLayout85.xml"/><Relationship Id="rId5" Type="http://schemas.openxmlformats.org/officeDocument/2006/relationships/slideLayout" Target="../slideLayouts/slideLayout86.xml"/><Relationship Id="rId6" Type="http://schemas.openxmlformats.org/officeDocument/2006/relationships/slideLayout" Target="../slideLayouts/slideLayout87.xml"/><Relationship Id="rId7" Type="http://schemas.openxmlformats.org/officeDocument/2006/relationships/slideLayout" Target="../slideLayouts/slideLayout88.xml"/><Relationship Id="rId8" Type="http://schemas.openxmlformats.org/officeDocument/2006/relationships/slideLayout" Target="../slideLayouts/slideLayout89.xml"/><Relationship Id="rId9" Type="http://schemas.openxmlformats.org/officeDocument/2006/relationships/slideLayout" Target="../slideLayouts/slideLayout90.xml"/><Relationship Id="rId10" Type="http://schemas.openxmlformats.org/officeDocument/2006/relationships/slideLayout" Target="../slideLayouts/slideLayout91.xml"/><Relationship Id="rId11" Type="http://schemas.openxmlformats.org/officeDocument/2006/relationships/slideLayout" Target="../slideLayouts/slideLayout92.xml"/><Relationship Id="rId12" Type="http://schemas.openxmlformats.org/officeDocument/2006/relationships/slideLayout" Target="../slideLayouts/slideLayout93.xml"/><Relationship Id="rId13" Type="http://schemas.openxmlformats.org/officeDocument/2006/relationships/slideLayout" Target="../slideLayouts/slideLayout94.xml"/><Relationship Id="rId14" Type="http://schemas.openxmlformats.org/officeDocument/2006/relationships/slideLayout" Target="../slideLayouts/slideLayout95.xml"/><Relationship Id="rId15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20.jpe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slideLayout" Target="../slideLayouts/slideLayout97.xml"/><Relationship Id="rId8" Type="http://schemas.openxmlformats.org/officeDocument/2006/relationships/slideLayout" Target="../slideLayouts/slideLayout98.xml"/><Relationship Id="rId9" Type="http://schemas.openxmlformats.org/officeDocument/2006/relationships/slideLayout" Target="../slideLayouts/slideLayout99.xml"/><Relationship Id="rId10" Type="http://schemas.openxmlformats.org/officeDocument/2006/relationships/slideLayout" Target="../slideLayouts/slideLayout100.xml"/><Relationship Id="rId11" Type="http://schemas.openxmlformats.org/officeDocument/2006/relationships/slideLayout" Target="../slideLayouts/slideLayout101.xml"/><Relationship Id="rId12" Type="http://schemas.openxmlformats.org/officeDocument/2006/relationships/slideLayout" Target="../slideLayouts/slideLayout102.xml"/><Relationship Id="rId13" Type="http://schemas.openxmlformats.org/officeDocument/2006/relationships/slideLayout" Target="../slideLayouts/slideLayout103.xml"/><Relationship Id="rId14" Type="http://schemas.openxmlformats.org/officeDocument/2006/relationships/slideLayout" Target="../slideLayouts/slideLayout104.xml"/><Relationship Id="rId15" Type="http://schemas.openxmlformats.org/officeDocument/2006/relationships/slideLayout" Target="../slideLayouts/slideLayout105.xml"/><Relationship Id="rId16" Type="http://schemas.openxmlformats.org/officeDocument/2006/relationships/slideLayout" Target="../slideLayouts/slideLayout106.xml"/><Relationship Id="rId17" Type="http://schemas.openxmlformats.org/officeDocument/2006/relationships/slideLayout" Target="../slideLayouts/slideLayout107.xml"/><Relationship Id="rId18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25.jpeg"/><Relationship Id="rId3" Type="http://schemas.openxmlformats.org/officeDocument/2006/relationships/image" Target="../media/image26.jpeg"/><Relationship Id="rId4" Type="http://schemas.openxmlformats.org/officeDocument/2006/relationships/image" Target="../media/image27.wmf"/><Relationship Id="rId5" Type="http://schemas.openxmlformats.org/officeDocument/2006/relationships/image" Target="../media/image28.wmf"/><Relationship Id="rId6" Type="http://schemas.openxmlformats.org/officeDocument/2006/relationships/image" Target="../media/image29.png"/><Relationship Id="rId7" Type="http://schemas.openxmlformats.org/officeDocument/2006/relationships/slideLayout" Target="../slideLayouts/slideLayout109.xml"/><Relationship Id="rId8" Type="http://schemas.openxmlformats.org/officeDocument/2006/relationships/slideLayout" Target="../slideLayouts/slideLayout110.xml"/><Relationship Id="rId9" Type="http://schemas.openxmlformats.org/officeDocument/2006/relationships/slideLayout" Target="../slideLayouts/slideLayout111.xml"/><Relationship Id="rId10" Type="http://schemas.openxmlformats.org/officeDocument/2006/relationships/slideLayout" Target="../slideLayouts/slideLayout112.xml"/><Relationship Id="rId11" Type="http://schemas.openxmlformats.org/officeDocument/2006/relationships/slideLayout" Target="../slideLayouts/slideLayout113.xml"/><Relationship Id="rId12" Type="http://schemas.openxmlformats.org/officeDocument/2006/relationships/slideLayout" Target="../slideLayouts/slideLayout114.xml"/><Relationship Id="rId13" Type="http://schemas.openxmlformats.org/officeDocument/2006/relationships/slideLayout" Target="../slideLayouts/slideLayout115.xml"/><Relationship Id="rId14" Type="http://schemas.openxmlformats.org/officeDocument/2006/relationships/slideLayout" Target="../slideLayouts/slideLayout116.xml"/><Relationship Id="rId15" Type="http://schemas.openxmlformats.org/officeDocument/2006/relationships/slideLayout" Target="../slideLayouts/slideLayout117.xml"/><Relationship Id="rId16" Type="http://schemas.openxmlformats.org/officeDocument/2006/relationships/slideLayout" Target="../slideLayouts/slideLayout118.xml"/><Relationship Id="rId17" Type="http://schemas.openxmlformats.org/officeDocument/2006/relationships/slideLayout" Target="../slideLayouts/slideLayout119.xml"/><Relationship Id="rId18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30.jpeg"/><Relationship Id="rId3" Type="http://schemas.openxmlformats.org/officeDocument/2006/relationships/image" Target="../media/image31.jpe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slideLayout" Target="../slideLayouts/slideLayout121.xml"/><Relationship Id="rId8" Type="http://schemas.openxmlformats.org/officeDocument/2006/relationships/slideLayout" Target="../slideLayouts/slideLayout122.xml"/><Relationship Id="rId9" Type="http://schemas.openxmlformats.org/officeDocument/2006/relationships/slideLayout" Target="../slideLayouts/slideLayout123.xml"/><Relationship Id="rId10" Type="http://schemas.openxmlformats.org/officeDocument/2006/relationships/slideLayout" Target="../slideLayouts/slideLayout124.xml"/><Relationship Id="rId11" Type="http://schemas.openxmlformats.org/officeDocument/2006/relationships/slideLayout" Target="../slideLayouts/slideLayout125.xml"/><Relationship Id="rId12" Type="http://schemas.openxmlformats.org/officeDocument/2006/relationships/slideLayout" Target="../slideLayouts/slideLayout126.xml"/><Relationship Id="rId13" Type="http://schemas.openxmlformats.org/officeDocument/2006/relationships/slideLayout" Target="../slideLayouts/slideLayout127.xml"/><Relationship Id="rId14" Type="http://schemas.openxmlformats.org/officeDocument/2006/relationships/slideLayout" Target="../slideLayouts/slideLayout128.xml"/><Relationship Id="rId15" Type="http://schemas.openxmlformats.org/officeDocument/2006/relationships/slideLayout" Target="../slideLayouts/slideLayout129.xml"/><Relationship Id="rId16" Type="http://schemas.openxmlformats.org/officeDocument/2006/relationships/slideLayout" Target="../slideLayouts/slideLayout130.xml"/><Relationship Id="rId17" Type="http://schemas.openxmlformats.org/officeDocument/2006/relationships/slideLayout" Target="../slideLayouts/slideLayout131.xml"/><Relationship Id="rId18" Type="http://schemas.openxmlformats.org/officeDocument/2006/relationships/slideLayout" Target="../slideLayouts/slideLayout13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35.jpeg"/><Relationship Id="rId3" Type="http://schemas.openxmlformats.org/officeDocument/2006/relationships/slideLayout" Target="../slideLayouts/slideLayout133.xml"/><Relationship Id="rId4" Type="http://schemas.openxmlformats.org/officeDocument/2006/relationships/slideLayout" Target="../slideLayouts/slideLayout134.xml"/><Relationship Id="rId5" Type="http://schemas.openxmlformats.org/officeDocument/2006/relationships/slideLayout" Target="../slideLayouts/slideLayout135.xml"/><Relationship Id="rId6" Type="http://schemas.openxmlformats.org/officeDocument/2006/relationships/slideLayout" Target="../slideLayouts/slideLayout136.xml"/><Relationship Id="rId7" Type="http://schemas.openxmlformats.org/officeDocument/2006/relationships/slideLayout" Target="../slideLayouts/slideLayout137.xml"/><Relationship Id="rId8" Type="http://schemas.openxmlformats.org/officeDocument/2006/relationships/slideLayout" Target="../slideLayouts/slideLayout138.xml"/><Relationship Id="rId9" Type="http://schemas.openxmlformats.org/officeDocument/2006/relationships/slideLayout" Target="../slideLayouts/slideLayout139.xml"/><Relationship Id="rId10" Type="http://schemas.openxmlformats.org/officeDocument/2006/relationships/slideLayout" Target="../slideLayouts/slideLayout140.xml"/><Relationship Id="rId11" Type="http://schemas.openxmlformats.org/officeDocument/2006/relationships/slideLayout" Target="../slideLayouts/slideLayout141.xml"/><Relationship Id="rId12" Type="http://schemas.openxmlformats.org/officeDocument/2006/relationships/slideLayout" Target="../slideLayouts/slideLayout142.xml"/><Relationship Id="rId13" Type="http://schemas.openxmlformats.org/officeDocument/2006/relationships/slideLayout" Target="../slideLayouts/slideLayout143.xml"/><Relationship Id="rId14" Type="http://schemas.openxmlformats.org/officeDocument/2006/relationships/slideLayout" Target="../slideLayouts/slideLayout144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36.jpeg"/><Relationship Id="rId3" Type="http://schemas.openxmlformats.org/officeDocument/2006/relationships/slideLayout" Target="../slideLayouts/slideLayout145.xml"/><Relationship Id="rId4" Type="http://schemas.openxmlformats.org/officeDocument/2006/relationships/slideLayout" Target="../slideLayouts/slideLayout146.xml"/><Relationship Id="rId5" Type="http://schemas.openxmlformats.org/officeDocument/2006/relationships/slideLayout" Target="../slideLayouts/slideLayout147.xml"/><Relationship Id="rId6" Type="http://schemas.openxmlformats.org/officeDocument/2006/relationships/slideLayout" Target="../slideLayouts/slideLayout148.xml"/><Relationship Id="rId7" Type="http://schemas.openxmlformats.org/officeDocument/2006/relationships/slideLayout" Target="../slideLayouts/slideLayout149.xml"/><Relationship Id="rId8" Type="http://schemas.openxmlformats.org/officeDocument/2006/relationships/slideLayout" Target="../slideLayouts/slideLayout150.xml"/><Relationship Id="rId9" Type="http://schemas.openxmlformats.org/officeDocument/2006/relationships/slideLayout" Target="../slideLayouts/slideLayout151.xml"/><Relationship Id="rId10" Type="http://schemas.openxmlformats.org/officeDocument/2006/relationships/slideLayout" Target="../slideLayouts/slideLayout152.xml"/><Relationship Id="rId11" Type="http://schemas.openxmlformats.org/officeDocument/2006/relationships/slideLayout" Target="../slideLayouts/slideLayout153.xml"/><Relationship Id="rId12" Type="http://schemas.openxmlformats.org/officeDocument/2006/relationships/slideLayout" Target="../slideLayouts/slideLayout154.xml"/><Relationship Id="rId13" Type="http://schemas.openxmlformats.org/officeDocument/2006/relationships/slideLayout" Target="../slideLayouts/slideLayout155.xml"/><Relationship Id="rId14" Type="http://schemas.openxmlformats.org/officeDocument/2006/relationships/slideLayout" Target="../slideLayouts/slideLayout156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37.jpeg"/><Relationship Id="rId3" Type="http://schemas.openxmlformats.org/officeDocument/2006/relationships/image" Target="../media/image38.jpeg"/><Relationship Id="rId4" Type="http://schemas.openxmlformats.org/officeDocument/2006/relationships/slideLayout" Target="../slideLayouts/slideLayout157.xml"/><Relationship Id="rId5" Type="http://schemas.openxmlformats.org/officeDocument/2006/relationships/slideLayout" Target="../slideLayouts/slideLayout158.xml"/><Relationship Id="rId6" Type="http://schemas.openxmlformats.org/officeDocument/2006/relationships/slideLayout" Target="../slideLayouts/slideLayout159.xml"/><Relationship Id="rId7" Type="http://schemas.openxmlformats.org/officeDocument/2006/relationships/slideLayout" Target="../slideLayouts/slideLayout160.xml"/><Relationship Id="rId8" Type="http://schemas.openxmlformats.org/officeDocument/2006/relationships/slideLayout" Target="../slideLayouts/slideLayout161.xml"/><Relationship Id="rId9" Type="http://schemas.openxmlformats.org/officeDocument/2006/relationships/slideLayout" Target="../slideLayouts/slideLayout162.xml"/><Relationship Id="rId10" Type="http://schemas.openxmlformats.org/officeDocument/2006/relationships/slideLayout" Target="../slideLayouts/slideLayout163.xml"/><Relationship Id="rId11" Type="http://schemas.openxmlformats.org/officeDocument/2006/relationships/slideLayout" Target="../slideLayouts/slideLayout164.xml"/><Relationship Id="rId12" Type="http://schemas.openxmlformats.org/officeDocument/2006/relationships/slideLayout" Target="../slideLayouts/slideLayout165.xml"/><Relationship Id="rId13" Type="http://schemas.openxmlformats.org/officeDocument/2006/relationships/slideLayout" Target="../slideLayouts/slideLayout166.xml"/><Relationship Id="rId14" Type="http://schemas.openxmlformats.org/officeDocument/2006/relationships/slideLayout" Target="../slideLayouts/slideLayout167.xml"/><Relationship Id="rId15" Type="http://schemas.openxmlformats.org/officeDocument/2006/relationships/slideLayout" Target="../slideLayouts/slideLayout168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39.jpeg"/><Relationship Id="rId3" Type="http://schemas.openxmlformats.org/officeDocument/2006/relationships/image" Target="../media/image40.jpeg"/><Relationship Id="rId4" Type="http://schemas.openxmlformats.org/officeDocument/2006/relationships/slideLayout" Target="../slideLayouts/slideLayout169.xml"/><Relationship Id="rId5" Type="http://schemas.openxmlformats.org/officeDocument/2006/relationships/slideLayout" Target="../slideLayouts/slideLayout170.xml"/><Relationship Id="rId6" Type="http://schemas.openxmlformats.org/officeDocument/2006/relationships/slideLayout" Target="../slideLayouts/slideLayout171.xml"/><Relationship Id="rId7" Type="http://schemas.openxmlformats.org/officeDocument/2006/relationships/slideLayout" Target="../slideLayouts/slideLayout172.xml"/><Relationship Id="rId8" Type="http://schemas.openxmlformats.org/officeDocument/2006/relationships/slideLayout" Target="../slideLayouts/slideLayout173.xml"/><Relationship Id="rId9" Type="http://schemas.openxmlformats.org/officeDocument/2006/relationships/slideLayout" Target="../slideLayouts/slideLayout174.xml"/><Relationship Id="rId10" Type="http://schemas.openxmlformats.org/officeDocument/2006/relationships/slideLayout" Target="../slideLayouts/slideLayout175.xml"/><Relationship Id="rId11" Type="http://schemas.openxmlformats.org/officeDocument/2006/relationships/slideLayout" Target="../slideLayouts/slideLayout176.xml"/><Relationship Id="rId12" Type="http://schemas.openxmlformats.org/officeDocument/2006/relationships/slideLayout" Target="../slideLayouts/slideLayout177.xml"/><Relationship Id="rId13" Type="http://schemas.openxmlformats.org/officeDocument/2006/relationships/slideLayout" Target="../slideLayouts/slideLayout178.xml"/><Relationship Id="rId14" Type="http://schemas.openxmlformats.org/officeDocument/2006/relationships/slideLayout" Target="../slideLayouts/slideLayout179.xml"/><Relationship Id="rId15" Type="http://schemas.openxmlformats.org/officeDocument/2006/relationships/slideLayout" Target="../slideLayouts/slideLayout18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Graphic 6" descr=""/>
          <p:cNvPicPr/>
          <p:nvPr/>
        </p:nvPicPr>
        <p:blipFill>
          <a:blip r:embed="rId2"/>
          <a:stretch/>
        </p:blipFill>
        <p:spPr>
          <a:xfrm>
            <a:off x="10370160" y="6176880"/>
            <a:ext cx="1820160" cy="585360"/>
          </a:xfrm>
          <a:prstGeom prst="rect">
            <a:avLst/>
          </a:prstGeom>
          <a:ln>
            <a:noFill/>
          </a:ln>
        </p:spPr>
      </p:pic>
      <p:pic>
        <p:nvPicPr>
          <p:cNvPr id="1" name="Picture 11" descr="A picture containing boat, sitting, water, large&#10;&#10;Description automatically generated"/>
          <p:cNvPicPr/>
          <p:nvPr/>
        </p:nvPicPr>
        <p:blipFill>
          <a:blip r:embed="rId3"/>
          <a:stretch/>
        </p:blipFill>
        <p:spPr>
          <a:xfrm>
            <a:off x="-24840" y="0"/>
            <a:ext cx="12215160" cy="6856560"/>
          </a:xfrm>
          <a:prstGeom prst="rect">
            <a:avLst/>
          </a:prstGeom>
          <a:ln>
            <a:noFill/>
          </a:ln>
        </p:spPr>
      </p:pic>
      <p:sp>
        <p:nvSpPr>
          <p:cNvPr id="2" name="CustomShape 1"/>
          <p:cNvSpPr/>
          <p:nvPr/>
        </p:nvSpPr>
        <p:spPr>
          <a:xfrm>
            <a:off x="952920" y="2551680"/>
            <a:ext cx="5060520" cy="1735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fffff"/>
                </a:solidFill>
                <a:latin typeface="Arial"/>
                <a:ea typeface="DejaVu Sans"/>
              </a:rPr>
              <a:t>Interdisciplinary Centre for Security, Reliability and Trust</a:t>
            </a:r>
            <a:endParaRPr b="0" lang="en-US" sz="3600" spc="-1" strike="noStrike">
              <a:latin typeface="Arial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-24840" y="5825880"/>
            <a:ext cx="12215160" cy="1416960"/>
            <a:chOff x="-24840" y="5825880"/>
            <a:chExt cx="12215160" cy="1416960"/>
          </a:xfrm>
        </p:grpSpPr>
        <p:pic>
          <p:nvPicPr>
            <p:cNvPr id="4" name="Image 5" descr="Bande_Logo_UNI_PP_right_long.eps"/>
            <p:cNvPicPr/>
            <p:nvPr/>
          </p:nvPicPr>
          <p:blipFill>
            <a:blip r:embed="rId4"/>
            <a:srcRect l="42064" t="0" r="2500" b="52663"/>
            <a:stretch/>
          </p:blipFill>
          <p:spPr>
            <a:xfrm>
              <a:off x="-24840" y="5825880"/>
              <a:ext cx="12215160" cy="1054080"/>
            </a:xfrm>
            <a:prstGeom prst="rect">
              <a:avLst/>
            </a:prstGeom>
            <a:ln>
              <a:noFill/>
            </a:ln>
          </p:spPr>
        </p:pic>
        <p:sp>
          <p:nvSpPr>
            <p:cNvPr id="5" name="CustomShape 3"/>
            <p:cNvSpPr/>
            <p:nvPr/>
          </p:nvSpPr>
          <p:spPr>
            <a:xfrm>
              <a:off x="10500840" y="5987520"/>
              <a:ext cx="959400" cy="892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pic>
          <p:nvPicPr>
            <p:cNvPr id="6" name="Picture 10" descr=""/>
            <p:cNvPicPr/>
            <p:nvPr/>
          </p:nvPicPr>
          <p:blipFill>
            <a:blip r:embed="rId5"/>
            <a:srcRect l="0" t="22054" r="0" b="0"/>
            <a:stretch/>
          </p:blipFill>
          <p:spPr>
            <a:xfrm>
              <a:off x="10151640" y="5987520"/>
              <a:ext cx="1611000" cy="1255320"/>
            </a:xfrm>
            <a:prstGeom prst="rect">
              <a:avLst/>
            </a:prstGeom>
            <a:ln>
              <a:noFill/>
            </a:ln>
          </p:spPr>
        </p:pic>
      </p:grpSp>
      <p:pic>
        <p:nvPicPr>
          <p:cNvPr id="7" name="Graphic 12" descr=""/>
          <p:cNvPicPr/>
          <p:nvPr/>
        </p:nvPicPr>
        <p:blipFill>
          <a:blip r:embed="rId6"/>
          <a:stretch/>
        </p:blipFill>
        <p:spPr>
          <a:xfrm>
            <a:off x="1070280" y="1386000"/>
            <a:ext cx="1254960" cy="986400"/>
          </a:xfrm>
          <a:prstGeom prst="rect">
            <a:avLst/>
          </a:prstGeom>
          <a:ln>
            <a:noFill/>
          </a:ln>
        </p:spPr>
      </p:pic>
      <p:sp>
        <p:nvSpPr>
          <p:cNvPr id="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7"/>
    <p:sldLayoutId id="2147483650" r:id="rId8"/>
    <p:sldLayoutId id="2147483651" r:id="rId9"/>
    <p:sldLayoutId id="2147483652" r:id="rId10"/>
    <p:sldLayoutId id="2147483653" r:id="rId11"/>
    <p:sldLayoutId id="2147483654" r:id="rId12"/>
    <p:sldLayoutId id="2147483655" r:id="rId13"/>
    <p:sldLayoutId id="2147483656" r:id="rId14"/>
    <p:sldLayoutId id="2147483657" r:id="rId15"/>
    <p:sldLayoutId id="2147483658" r:id="rId16"/>
    <p:sldLayoutId id="2147483659" r:id="rId17"/>
    <p:sldLayoutId id="2147483660" r:id="rId18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raphic 6" descr=""/>
          <p:cNvPicPr/>
          <p:nvPr/>
        </p:nvPicPr>
        <p:blipFill>
          <a:blip r:embed="rId2"/>
          <a:stretch/>
        </p:blipFill>
        <p:spPr>
          <a:xfrm>
            <a:off x="10370160" y="6176880"/>
            <a:ext cx="1820160" cy="585360"/>
          </a:xfrm>
          <a:prstGeom prst="rect">
            <a:avLst/>
          </a:prstGeom>
          <a:ln>
            <a:noFill/>
          </a:ln>
        </p:spPr>
      </p:pic>
      <p:pic>
        <p:nvPicPr>
          <p:cNvPr id="47" name="Picture 6" descr=""/>
          <p:cNvPicPr/>
          <p:nvPr/>
        </p:nvPicPr>
        <p:blipFill>
          <a:blip r:embed="rId3"/>
          <a:stretch/>
        </p:blipFill>
        <p:spPr>
          <a:xfrm flipH="1">
            <a:off x="1440" y="2336040"/>
            <a:ext cx="5479920" cy="4520520"/>
          </a:xfrm>
          <a:prstGeom prst="rect">
            <a:avLst/>
          </a:prstGeom>
          <a:ln>
            <a:noFill/>
          </a:ln>
        </p:spPr>
      </p:pic>
      <p:sp>
        <p:nvSpPr>
          <p:cNvPr id="48" name="Line 1"/>
          <p:cNvSpPr/>
          <p:nvPr/>
        </p:nvSpPr>
        <p:spPr>
          <a:xfrm flipH="1">
            <a:off x="642960" y="131760"/>
            <a:ext cx="115488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9" name="CustomShape 2"/>
          <p:cNvSpPr/>
          <p:nvPr/>
        </p:nvSpPr>
        <p:spPr>
          <a:xfrm>
            <a:off x="123120" y="150840"/>
            <a:ext cx="370800" cy="211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r">
              <a:lnSpc>
                <a:spcPct val="100000"/>
              </a:lnSpc>
            </a:pPr>
            <a:fld id="{4B5F9A17-F5A6-4E11-8E8F-CC0EFD0DB89A}" type="slidenum">
              <a:rPr b="0" lang="en-US" sz="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US" sz="800" spc="-1" strike="noStrike">
              <a:latin typeface="Arial"/>
            </a:endParaRPr>
          </a:p>
        </p:txBody>
      </p:sp>
      <p:sp>
        <p:nvSpPr>
          <p:cNvPr id="50" name="Line 3"/>
          <p:cNvSpPr/>
          <p:nvPr/>
        </p:nvSpPr>
        <p:spPr>
          <a:xfrm flipH="1">
            <a:off x="0" y="131760"/>
            <a:ext cx="43812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1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raphic 6" descr=""/>
          <p:cNvPicPr/>
          <p:nvPr/>
        </p:nvPicPr>
        <p:blipFill>
          <a:blip r:embed="rId2"/>
          <a:stretch/>
        </p:blipFill>
        <p:spPr>
          <a:xfrm>
            <a:off x="10370160" y="6176880"/>
            <a:ext cx="1820880" cy="586080"/>
          </a:xfrm>
          <a:prstGeom prst="rect">
            <a:avLst/>
          </a:prstGeom>
          <a:ln>
            <a:noFill/>
          </a:ln>
        </p:spPr>
      </p:pic>
      <p:pic>
        <p:nvPicPr>
          <p:cNvPr id="90" name="Picture 12" descr=""/>
          <p:cNvPicPr/>
          <p:nvPr/>
        </p:nvPicPr>
        <p:blipFill>
          <a:blip r:embed="rId3"/>
          <a:stretch/>
        </p:blipFill>
        <p:spPr>
          <a:xfrm flipH="1">
            <a:off x="720" y="2336040"/>
            <a:ext cx="5480640" cy="4521240"/>
          </a:xfrm>
          <a:prstGeom prst="rect">
            <a:avLst/>
          </a:prstGeom>
          <a:ln>
            <a:noFill/>
          </a:ln>
        </p:spPr>
      </p:pic>
      <p:sp>
        <p:nvSpPr>
          <p:cNvPr id="91" name="CustomShape 1"/>
          <p:cNvSpPr/>
          <p:nvPr/>
        </p:nvSpPr>
        <p:spPr>
          <a:xfrm>
            <a:off x="123120" y="150840"/>
            <a:ext cx="371520" cy="211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r">
              <a:lnSpc>
                <a:spcPct val="100000"/>
              </a:lnSpc>
            </a:pPr>
            <a:fld id="{11B638C2-C8CD-478B-8569-41232DE6E9F3}" type="slidenum">
              <a:rPr b="0" lang="en-US" sz="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US" sz="800" spc="-1" strike="noStrike">
              <a:latin typeface="Arial"/>
            </a:endParaRPr>
          </a:p>
        </p:txBody>
      </p:sp>
      <p:sp>
        <p:nvSpPr>
          <p:cNvPr id="92" name="Line 2"/>
          <p:cNvSpPr/>
          <p:nvPr/>
        </p:nvSpPr>
        <p:spPr>
          <a:xfrm flipH="1">
            <a:off x="0" y="131760"/>
            <a:ext cx="43812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3" name="Line 3"/>
          <p:cNvSpPr/>
          <p:nvPr/>
        </p:nvSpPr>
        <p:spPr>
          <a:xfrm flipH="1">
            <a:off x="642960" y="131760"/>
            <a:ext cx="115488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9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raphic 6" descr=""/>
          <p:cNvPicPr/>
          <p:nvPr/>
        </p:nvPicPr>
        <p:blipFill>
          <a:blip r:embed="rId2"/>
          <a:stretch/>
        </p:blipFill>
        <p:spPr>
          <a:xfrm>
            <a:off x="10370160" y="6176880"/>
            <a:ext cx="1820160" cy="585360"/>
          </a:xfrm>
          <a:prstGeom prst="rect">
            <a:avLst/>
          </a:prstGeom>
          <a:ln>
            <a:noFill/>
          </a:ln>
        </p:spPr>
      </p:pic>
      <p:pic>
        <p:nvPicPr>
          <p:cNvPr id="133" name="Picture 6" descr=""/>
          <p:cNvPicPr/>
          <p:nvPr/>
        </p:nvPicPr>
        <p:blipFill>
          <a:blip r:embed="rId3"/>
          <a:stretch/>
        </p:blipFill>
        <p:spPr>
          <a:xfrm flipH="1">
            <a:off x="1440" y="2336040"/>
            <a:ext cx="5479920" cy="4520520"/>
          </a:xfrm>
          <a:prstGeom prst="rect">
            <a:avLst/>
          </a:prstGeom>
          <a:ln>
            <a:noFill/>
          </a:ln>
        </p:spPr>
      </p:pic>
      <p:sp>
        <p:nvSpPr>
          <p:cNvPr id="134" name="Line 1"/>
          <p:cNvSpPr/>
          <p:nvPr/>
        </p:nvSpPr>
        <p:spPr>
          <a:xfrm flipH="1">
            <a:off x="642960" y="131760"/>
            <a:ext cx="115488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5" name="CustomShape 2"/>
          <p:cNvSpPr/>
          <p:nvPr/>
        </p:nvSpPr>
        <p:spPr>
          <a:xfrm>
            <a:off x="123120" y="150840"/>
            <a:ext cx="370800" cy="211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r">
              <a:lnSpc>
                <a:spcPct val="100000"/>
              </a:lnSpc>
            </a:pPr>
            <a:fld id="{9D943FA8-CBCC-4BF0-B1A2-E45BB969D396}" type="slidenum">
              <a:rPr b="0" lang="en-US" sz="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US" sz="800" spc="-1" strike="noStrike">
              <a:latin typeface="Arial"/>
            </a:endParaRPr>
          </a:p>
        </p:txBody>
      </p:sp>
      <p:sp>
        <p:nvSpPr>
          <p:cNvPr id="136" name="Line 3"/>
          <p:cNvSpPr/>
          <p:nvPr/>
        </p:nvSpPr>
        <p:spPr>
          <a:xfrm flipH="1">
            <a:off x="0" y="131760"/>
            <a:ext cx="43812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3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697" r:id="rId13"/>
    <p:sldLayoutId id="2147483698" r:id="rId14"/>
    <p:sldLayoutId id="2147483699" r:id="rId15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raphic 6" descr=""/>
          <p:cNvPicPr/>
          <p:nvPr/>
        </p:nvPicPr>
        <p:blipFill>
          <a:blip r:embed="rId2"/>
          <a:stretch/>
        </p:blipFill>
        <p:spPr>
          <a:xfrm>
            <a:off x="10370160" y="6176880"/>
            <a:ext cx="1820160" cy="585360"/>
          </a:xfrm>
          <a:prstGeom prst="rect">
            <a:avLst/>
          </a:prstGeom>
          <a:ln>
            <a:noFill/>
          </a:ln>
        </p:spPr>
      </p:pic>
      <p:pic>
        <p:nvPicPr>
          <p:cNvPr id="176" name="Picture 6" descr=""/>
          <p:cNvPicPr/>
          <p:nvPr/>
        </p:nvPicPr>
        <p:blipFill>
          <a:blip r:embed="rId3"/>
          <a:stretch/>
        </p:blipFill>
        <p:spPr>
          <a:xfrm flipH="1">
            <a:off x="1440" y="2336040"/>
            <a:ext cx="5479920" cy="4520520"/>
          </a:xfrm>
          <a:prstGeom prst="rect">
            <a:avLst/>
          </a:prstGeom>
          <a:ln>
            <a:noFill/>
          </a:ln>
        </p:spPr>
      </p:pic>
      <p:sp>
        <p:nvSpPr>
          <p:cNvPr id="177" name="Line 1"/>
          <p:cNvSpPr/>
          <p:nvPr/>
        </p:nvSpPr>
        <p:spPr>
          <a:xfrm flipH="1">
            <a:off x="642960" y="131760"/>
            <a:ext cx="115488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78" name="CustomShape 2"/>
          <p:cNvSpPr/>
          <p:nvPr/>
        </p:nvSpPr>
        <p:spPr>
          <a:xfrm>
            <a:off x="123120" y="150840"/>
            <a:ext cx="370800" cy="211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r">
              <a:lnSpc>
                <a:spcPct val="100000"/>
              </a:lnSpc>
            </a:pPr>
            <a:fld id="{9C0F84CE-F861-4B2E-9A7A-C1F793B018EA}" type="slidenum">
              <a:rPr b="0" lang="en-US" sz="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US" sz="800" spc="-1" strike="noStrike">
              <a:latin typeface="Arial"/>
            </a:endParaRPr>
          </a:p>
        </p:txBody>
      </p:sp>
      <p:sp>
        <p:nvSpPr>
          <p:cNvPr id="179" name="Line 3"/>
          <p:cNvSpPr/>
          <p:nvPr/>
        </p:nvSpPr>
        <p:spPr>
          <a:xfrm flipH="1">
            <a:off x="0" y="131760"/>
            <a:ext cx="43812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80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8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  <p:sldLayoutId id="2147483710" r:id="rId13"/>
    <p:sldLayoutId id="2147483711" r:id="rId14"/>
    <p:sldLayoutId id="2147483712" r:id="rId15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Graphic 6" descr=""/>
          <p:cNvPicPr/>
          <p:nvPr/>
        </p:nvPicPr>
        <p:blipFill>
          <a:blip r:embed="rId2"/>
          <a:stretch/>
        </p:blipFill>
        <p:spPr>
          <a:xfrm>
            <a:off x="10370160" y="6176880"/>
            <a:ext cx="1820160" cy="585360"/>
          </a:xfrm>
          <a:prstGeom prst="rect">
            <a:avLst/>
          </a:prstGeom>
          <a:ln>
            <a:noFill/>
          </a:ln>
        </p:spPr>
      </p:pic>
      <p:pic>
        <p:nvPicPr>
          <p:cNvPr id="219" name="Picture 12" descr=""/>
          <p:cNvPicPr/>
          <p:nvPr/>
        </p:nvPicPr>
        <p:blipFill>
          <a:blip r:embed="rId3"/>
          <a:stretch/>
        </p:blipFill>
        <p:spPr>
          <a:xfrm flipH="1">
            <a:off x="1440" y="2336040"/>
            <a:ext cx="5479920" cy="4520520"/>
          </a:xfrm>
          <a:prstGeom prst="rect">
            <a:avLst/>
          </a:prstGeom>
          <a:ln>
            <a:noFill/>
          </a:ln>
        </p:spPr>
      </p:pic>
      <p:sp>
        <p:nvSpPr>
          <p:cNvPr id="220" name="CustomShape 1"/>
          <p:cNvSpPr/>
          <p:nvPr/>
        </p:nvSpPr>
        <p:spPr>
          <a:xfrm>
            <a:off x="123120" y="150840"/>
            <a:ext cx="370800" cy="211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r">
              <a:lnSpc>
                <a:spcPct val="100000"/>
              </a:lnSpc>
            </a:pPr>
            <a:fld id="{4860A34A-C1B7-4D9E-9261-19497274FBE2}" type="slidenum">
              <a:rPr b="0" lang="en-US" sz="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US" sz="800" spc="-1" strike="noStrike">
              <a:latin typeface="Arial"/>
            </a:endParaRPr>
          </a:p>
        </p:txBody>
      </p:sp>
      <p:sp>
        <p:nvSpPr>
          <p:cNvPr id="221" name="Line 2"/>
          <p:cNvSpPr/>
          <p:nvPr/>
        </p:nvSpPr>
        <p:spPr>
          <a:xfrm flipH="1">
            <a:off x="0" y="131760"/>
            <a:ext cx="43812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22" name="Line 3"/>
          <p:cNvSpPr/>
          <p:nvPr/>
        </p:nvSpPr>
        <p:spPr>
          <a:xfrm flipH="1">
            <a:off x="642960" y="131760"/>
            <a:ext cx="115488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2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22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  <p:sldLayoutId id="2147483725" r:id="rId15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raphic 6" descr=""/>
          <p:cNvPicPr/>
          <p:nvPr/>
        </p:nvPicPr>
        <p:blipFill>
          <a:blip r:embed="rId2"/>
          <a:stretch/>
        </p:blipFill>
        <p:spPr>
          <a:xfrm>
            <a:off x="10370160" y="6176880"/>
            <a:ext cx="1820160" cy="585360"/>
          </a:xfrm>
          <a:prstGeom prst="rect">
            <a:avLst/>
          </a:prstGeom>
          <a:ln>
            <a:noFill/>
          </a:ln>
        </p:spPr>
      </p:pic>
      <p:pic>
        <p:nvPicPr>
          <p:cNvPr id="262" name="Picture 12" descr=""/>
          <p:cNvPicPr/>
          <p:nvPr/>
        </p:nvPicPr>
        <p:blipFill>
          <a:blip r:embed="rId3"/>
          <a:stretch/>
        </p:blipFill>
        <p:spPr>
          <a:xfrm flipH="1">
            <a:off x="1440" y="2336040"/>
            <a:ext cx="5479920" cy="4520520"/>
          </a:xfrm>
          <a:prstGeom prst="rect">
            <a:avLst/>
          </a:prstGeom>
          <a:ln>
            <a:noFill/>
          </a:ln>
        </p:spPr>
      </p:pic>
      <p:sp>
        <p:nvSpPr>
          <p:cNvPr id="263" name="CustomShape 1"/>
          <p:cNvSpPr/>
          <p:nvPr/>
        </p:nvSpPr>
        <p:spPr>
          <a:xfrm>
            <a:off x="123120" y="150840"/>
            <a:ext cx="370800" cy="211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r">
              <a:lnSpc>
                <a:spcPct val="100000"/>
              </a:lnSpc>
            </a:pPr>
            <a:fld id="{24256475-42B8-42FC-87DD-0C1F9AB9A320}" type="slidenum">
              <a:rPr b="0" lang="en-US" sz="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US" sz="800" spc="-1" strike="noStrike">
              <a:latin typeface="Arial"/>
            </a:endParaRPr>
          </a:p>
        </p:txBody>
      </p:sp>
      <p:sp>
        <p:nvSpPr>
          <p:cNvPr id="264" name="Line 2"/>
          <p:cNvSpPr/>
          <p:nvPr/>
        </p:nvSpPr>
        <p:spPr>
          <a:xfrm flipH="1">
            <a:off x="0" y="131760"/>
            <a:ext cx="43812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65" name="Line 3"/>
          <p:cNvSpPr/>
          <p:nvPr/>
        </p:nvSpPr>
        <p:spPr>
          <a:xfrm flipH="1">
            <a:off x="642960" y="131760"/>
            <a:ext cx="115488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6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26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raphic 6" descr=""/>
          <p:cNvPicPr/>
          <p:nvPr/>
        </p:nvPicPr>
        <p:blipFill>
          <a:blip r:embed="rId2"/>
          <a:stretch/>
        </p:blipFill>
        <p:spPr>
          <a:xfrm>
            <a:off x="10370160" y="6176880"/>
            <a:ext cx="1820160" cy="585360"/>
          </a:xfrm>
          <a:prstGeom prst="rect">
            <a:avLst/>
          </a:prstGeom>
          <a:ln>
            <a:noFill/>
          </a:ln>
        </p:spPr>
      </p:pic>
      <p:pic>
        <p:nvPicPr>
          <p:cNvPr id="305" name="Picture 6" descr=""/>
          <p:cNvPicPr/>
          <p:nvPr/>
        </p:nvPicPr>
        <p:blipFill>
          <a:blip r:embed="rId3"/>
          <a:stretch/>
        </p:blipFill>
        <p:spPr>
          <a:xfrm flipH="1">
            <a:off x="1440" y="2336040"/>
            <a:ext cx="5479920" cy="4520520"/>
          </a:xfrm>
          <a:prstGeom prst="rect">
            <a:avLst/>
          </a:prstGeom>
          <a:ln>
            <a:noFill/>
          </a:ln>
        </p:spPr>
      </p:pic>
      <p:sp>
        <p:nvSpPr>
          <p:cNvPr id="306" name="Line 1"/>
          <p:cNvSpPr/>
          <p:nvPr/>
        </p:nvSpPr>
        <p:spPr>
          <a:xfrm flipH="1">
            <a:off x="642960" y="131760"/>
            <a:ext cx="115488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307" name="CustomShape 2"/>
          <p:cNvSpPr/>
          <p:nvPr/>
        </p:nvSpPr>
        <p:spPr>
          <a:xfrm>
            <a:off x="123120" y="150840"/>
            <a:ext cx="370800" cy="211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r">
              <a:lnSpc>
                <a:spcPct val="100000"/>
              </a:lnSpc>
            </a:pPr>
            <a:fld id="{2896337D-F538-4493-84D1-2E22754DA51D}" type="slidenum">
              <a:rPr b="0" lang="en-US" sz="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US" sz="800" spc="-1" strike="noStrike">
              <a:latin typeface="Arial"/>
            </a:endParaRPr>
          </a:p>
        </p:txBody>
      </p:sp>
      <p:sp>
        <p:nvSpPr>
          <p:cNvPr id="308" name="Line 3"/>
          <p:cNvSpPr/>
          <p:nvPr/>
        </p:nvSpPr>
        <p:spPr>
          <a:xfrm flipH="1">
            <a:off x="0" y="131760"/>
            <a:ext cx="43812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309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1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  <p:sldLayoutId id="2147483748" r:id="rId12"/>
    <p:sldLayoutId id="2147483749" r:id="rId13"/>
    <p:sldLayoutId id="2147483750" r:id="rId14"/>
    <p:sldLayoutId id="2147483751" r:id="rId15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7" name="Graphic 6" descr=""/>
          <p:cNvPicPr/>
          <p:nvPr/>
        </p:nvPicPr>
        <p:blipFill>
          <a:blip r:embed="rId2"/>
          <a:stretch/>
        </p:blipFill>
        <p:spPr>
          <a:xfrm>
            <a:off x="10370160" y="6176880"/>
            <a:ext cx="1820160" cy="585360"/>
          </a:xfrm>
          <a:prstGeom prst="rect">
            <a:avLst/>
          </a:prstGeom>
          <a:ln>
            <a:noFill/>
          </a:ln>
        </p:spPr>
      </p:pic>
      <p:sp>
        <p:nvSpPr>
          <p:cNvPr id="348" name="CustomShape 1"/>
          <p:cNvSpPr/>
          <p:nvPr/>
        </p:nvSpPr>
        <p:spPr>
          <a:xfrm>
            <a:off x="663120" y="3012840"/>
            <a:ext cx="3444840" cy="2119320"/>
          </a:xfrm>
          <a:prstGeom prst="rect">
            <a:avLst/>
          </a:prstGeom>
          <a:solidFill>
            <a:srgbClr val="141414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349" name="Line 2"/>
          <p:cNvSpPr/>
          <p:nvPr/>
        </p:nvSpPr>
        <p:spPr>
          <a:xfrm flipH="1">
            <a:off x="642960" y="131760"/>
            <a:ext cx="115488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350" name="CustomShape 3"/>
          <p:cNvSpPr/>
          <p:nvPr/>
        </p:nvSpPr>
        <p:spPr>
          <a:xfrm>
            <a:off x="123120" y="150840"/>
            <a:ext cx="370800" cy="211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r">
              <a:lnSpc>
                <a:spcPct val="100000"/>
              </a:lnSpc>
            </a:pPr>
            <a:fld id="{2C6ABAAB-6692-4FFF-98FE-8FF254FC6B5F}" type="slidenum">
              <a:rPr b="0" lang="en-US" sz="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US" sz="800" spc="-1" strike="noStrike">
              <a:latin typeface="Arial"/>
            </a:endParaRPr>
          </a:p>
        </p:txBody>
      </p:sp>
      <p:sp>
        <p:nvSpPr>
          <p:cNvPr id="351" name="Line 4"/>
          <p:cNvSpPr/>
          <p:nvPr/>
        </p:nvSpPr>
        <p:spPr>
          <a:xfrm flipH="1">
            <a:off x="0" y="131760"/>
            <a:ext cx="43812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352" name="CustomShape 5"/>
          <p:cNvSpPr/>
          <p:nvPr/>
        </p:nvSpPr>
        <p:spPr>
          <a:xfrm>
            <a:off x="4362120" y="3012840"/>
            <a:ext cx="3444840" cy="2119320"/>
          </a:xfrm>
          <a:prstGeom prst="rect">
            <a:avLst/>
          </a:prstGeom>
          <a:solidFill>
            <a:srgbClr val="141414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353" name="CustomShape 6"/>
          <p:cNvSpPr/>
          <p:nvPr/>
        </p:nvSpPr>
        <p:spPr>
          <a:xfrm>
            <a:off x="8081280" y="3012840"/>
            <a:ext cx="3444840" cy="2119320"/>
          </a:xfrm>
          <a:prstGeom prst="rect">
            <a:avLst/>
          </a:prstGeom>
          <a:solidFill>
            <a:srgbClr val="141414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354" name="CustomShape 7"/>
          <p:cNvSpPr/>
          <p:nvPr/>
        </p:nvSpPr>
        <p:spPr>
          <a:xfrm rot="10800000">
            <a:off x="4362120" y="3003120"/>
            <a:ext cx="3444840" cy="124920"/>
          </a:xfrm>
          <a:prstGeom prst="roundRect">
            <a:avLst>
              <a:gd name="adj" fmla="val 13031"/>
            </a:avLst>
          </a:prstGeom>
          <a:gradFill rotWithShape="0">
            <a:gsLst>
              <a:gs pos="0">
                <a:srgbClr val="992c5e"/>
              </a:gs>
              <a:gs pos="100000">
                <a:srgbClr val="582b8b"/>
              </a:gs>
            </a:gsLst>
            <a:lin ang="135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355" name="CustomShape 8"/>
          <p:cNvSpPr/>
          <p:nvPr/>
        </p:nvSpPr>
        <p:spPr>
          <a:xfrm rot="10800000">
            <a:off x="8084160" y="3006360"/>
            <a:ext cx="3444840" cy="124920"/>
          </a:xfrm>
          <a:prstGeom prst="roundRect">
            <a:avLst>
              <a:gd name="adj" fmla="val 13031"/>
            </a:avLst>
          </a:prstGeom>
          <a:gradFill rotWithShape="0">
            <a:gsLst>
              <a:gs pos="0">
                <a:srgbClr val="992c5e"/>
              </a:gs>
              <a:gs pos="100000">
                <a:srgbClr val="582b8b"/>
              </a:gs>
            </a:gsLst>
            <a:lin ang="135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356" name="Graphic 18" descr=""/>
          <p:cNvPicPr/>
          <p:nvPr/>
        </p:nvPicPr>
        <p:blipFill>
          <a:blip r:embed="rId3"/>
          <a:stretch/>
        </p:blipFill>
        <p:spPr>
          <a:xfrm>
            <a:off x="852120" y="3263400"/>
            <a:ext cx="684720" cy="684720"/>
          </a:xfrm>
          <a:prstGeom prst="rect">
            <a:avLst/>
          </a:prstGeom>
          <a:ln>
            <a:noFill/>
          </a:ln>
        </p:spPr>
      </p:pic>
      <p:pic>
        <p:nvPicPr>
          <p:cNvPr id="357" name="Picture 19" descr="A picture containing light, drawing&#10;&#10;Description automatically generated"/>
          <p:cNvPicPr/>
          <p:nvPr/>
        </p:nvPicPr>
        <p:blipFill>
          <a:blip r:embed="rId4"/>
          <a:stretch/>
        </p:blipFill>
        <p:spPr>
          <a:xfrm>
            <a:off x="8293320" y="3279240"/>
            <a:ext cx="668520" cy="668520"/>
          </a:xfrm>
          <a:prstGeom prst="rect">
            <a:avLst/>
          </a:prstGeom>
          <a:ln>
            <a:noFill/>
          </a:ln>
        </p:spPr>
      </p:pic>
      <p:pic>
        <p:nvPicPr>
          <p:cNvPr id="358" name="Picture 20" descr="A close up of a sign&#10;&#10;Description automatically generated"/>
          <p:cNvPicPr/>
          <p:nvPr/>
        </p:nvPicPr>
        <p:blipFill>
          <a:blip r:embed="rId5"/>
          <a:stretch/>
        </p:blipFill>
        <p:spPr>
          <a:xfrm>
            <a:off x="4574520" y="3201120"/>
            <a:ext cx="747000" cy="747000"/>
          </a:xfrm>
          <a:prstGeom prst="rect">
            <a:avLst/>
          </a:prstGeom>
          <a:ln>
            <a:noFill/>
          </a:ln>
        </p:spPr>
      </p:pic>
      <p:sp>
        <p:nvSpPr>
          <p:cNvPr id="359" name="CustomShape 9"/>
          <p:cNvSpPr/>
          <p:nvPr/>
        </p:nvSpPr>
        <p:spPr>
          <a:xfrm rot="10800000">
            <a:off x="663120" y="3003120"/>
            <a:ext cx="3444840" cy="124920"/>
          </a:xfrm>
          <a:prstGeom prst="roundRect">
            <a:avLst>
              <a:gd name="adj" fmla="val 13031"/>
            </a:avLst>
          </a:prstGeom>
          <a:gradFill rotWithShape="0">
            <a:gsLst>
              <a:gs pos="0">
                <a:srgbClr val="992c5e"/>
              </a:gs>
              <a:gs pos="100000">
                <a:srgbClr val="582b8b"/>
              </a:gs>
            </a:gsLst>
            <a:lin ang="135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360" name="Picture 25" descr="A picture containing drawing, food&#10;&#10;Description automatically generated"/>
          <p:cNvPicPr/>
          <p:nvPr/>
        </p:nvPicPr>
        <p:blipFill>
          <a:blip r:embed="rId6"/>
          <a:stretch/>
        </p:blipFill>
        <p:spPr>
          <a:xfrm>
            <a:off x="852840" y="3283200"/>
            <a:ext cx="684720" cy="684720"/>
          </a:xfrm>
          <a:prstGeom prst="rect">
            <a:avLst/>
          </a:prstGeom>
          <a:ln>
            <a:noFill/>
          </a:ln>
        </p:spPr>
      </p:pic>
      <p:sp>
        <p:nvSpPr>
          <p:cNvPr id="361" name="PlaceHolder 10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62" name="PlaceHolder 11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7"/>
    <p:sldLayoutId id="2147483754" r:id="rId8"/>
    <p:sldLayoutId id="2147483755" r:id="rId9"/>
    <p:sldLayoutId id="2147483756" r:id="rId10"/>
    <p:sldLayoutId id="2147483757" r:id="rId11"/>
    <p:sldLayoutId id="2147483758" r:id="rId12"/>
    <p:sldLayoutId id="2147483759" r:id="rId13"/>
    <p:sldLayoutId id="2147483760" r:id="rId14"/>
    <p:sldLayoutId id="2147483761" r:id="rId15"/>
    <p:sldLayoutId id="2147483762" r:id="rId16"/>
    <p:sldLayoutId id="2147483763" r:id="rId17"/>
    <p:sldLayoutId id="2147483764" r:id="rId18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9" name="Graphic 6" descr=""/>
          <p:cNvPicPr/>
          <p:nvPr/>
        </p:nvPicPr>
        <p:blipFill>
          <a:blip r:embed="rId2"/>
          <a:stretch/>
        </p:blipFill>
        <p:spPr>
          <a:xfrm>
            <a:off x="10370160" y="6176880"/>
            <a:ext cx="1820160" cy="585360"/>
          </a:xfrm>
          <a:prstGeom prst="rect">
            <a:avLst/>
          </a:prstGeom>
          <a:ln>
            <a:noFill/>
          </a:ln>
        </p:spPr>
      </p:pic>
      <p:pic>
        <p:nvPicPr>
          <p:cNvPr id="400" name="Picture 5" descr="A picture containing star, game, glass&#10;&#10;Description automatically generated"/>
          <p:cNvPicPr/>
          <p:nvPr/>
        </p:nvPicPr>
        <p:blipFill>
          <a:blip r:embed="rId3"/>
          <a:stretch/>
        </p:blipFill>
        <p:spPr>
          <a:xfrm>
            <a:off x="0" y="0"/>
            <a:ext cx="12190680" cy="6856560"/>
          </a:xfrm>
          <a:prstGeom prst="rect">
            <a:avLst/>
          </a:prstGeom>
          <a:ln>
            <a:noFill/>
          </a:ln>
        </p:spPr>
      </p:pic>
      <p:sp>
        <p:nvSpPr>
          <p:cNvPr id="401" name="Line 1"/>
          <p:cNvSpPr/>
          <p:nvPr/>
        </p:nvSpPr>
        <p:spPr>
          <a:xfrm flipH="1">
            <a:off x="642960" y="131760"/>
            <a:ext cx="11548800" cy="0"/>
          </a:xfrm>
          <a:prstGeom prst="line">
            <a:avLst/>
          </a:prstGeom>
          <a:ln>
            <a:solidFill>
              <a:schemeClr val="bg1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402" name="Group 2"/>
          <p:cNvGrpSpPr/>
          <p:nvPr/>
        </p:nvGrpSpPr>
        <p:grpSpPr>
          <a:xfrm>
            <a:off x="-24840" y="5825880"/>
            <a:ext cx="12215160" cy="1416960"/>
            <a:chOff x="-24840" y="5825880"/>
            <a:chExt cx="12215160" cy="1416960"/>
          </a:xfrm>
        </p:grpSpPr>
        <p:pic>
          <p:nvPicPr>
            <p:cNvPr id="403" name="Image 5" descr="Bande_Logo_UNI_PP_right_long.eps"/>
            <p:cNvPicPr/>
            <p:nvPr/>
          </p:nvPicPr>
          <p:blipFill>
            <a:blip r:embed="rId4"/>
            <a:srcRect l="42064" t="0" r="2500" b="52663"/>
            <a:stretch/>
          </p:blipFill>
          <p:spPr>
            <a:xfrm>
              <a:off x="-24840" y="5825880"/>
              <a:ext cx="12215160" cy="1054080"/>
            </a:xfrm>
            <a:prstGeom prst="rect">
              <a:avLst/>
            </a:prstGeom>
            <a:ln>
              <a:noFill/>
            </a:ln>
          </p:spPr>
        </p:pic>
        <p:sp>
          <p:nvSpPr>
            <p:cNvPr id="404" name="CustomShape 3"/>
            <p:cNvSpPr/>
            <p:nvPr/>
          </p:nvSpPr>
          <p:spPr>
            <a:xfrm>
              <a:off x="10500840" y="5987520"/>
              <a:ext cx="959400" cy="892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pic>
          <p:nvPicPr>
            <p:cNvPr id="405" name="Picture 11" descr=""/>
            <p:cNvPicPr/>
            <p:nvPr/>
          </p:nvPicPr>
          <p:blipFill>
            <a:blip r:embed="rId5"/>
            <a:srcRect l="0" t="22054" r="0" b="0"/>
            <a:stretch/>
          </p:blipFill>
          <p:spPr>
            <a:xfrm>
              <a:off x="10151640" y="5987520"/>
              <a:ext cx="1611000" cy="1255320"/>
            </a:xfrm>
            <a:prstGeom prst="rect">
              <a:avLst/>
            </a:prstGeom>
            <a:ln>
              <a:noFill/>
            </a:ln>
          </p:spPr>
        </p:pic>
      </p:grpSp>
      <p:pic>
        <p:nvPicPr>
          <p:cNvPr id="406" name="Graphic 12" descr=""/>
          <p:cNvPicPr/>
          <p:nvPr/>
        </p:nvPicPr>
        <p:blipFill>
          <a:blip r:embed="rId6"/>
          <a:stretch/>
        </p:blipFill>
        <p:spPr>
          <a:xfrm>
            <a:off x="1070280" y="1386000"/>
            <a:ext cx="1254960" cy="986400"/>
          </a:xfrm>
          <a:prstGeom prst="rect">
            <a:avLst/>
          </a:prstGeom>
          <a:ln>
            <a:noFill/>
          </a:ln>
        </p:spPr>
      </p:pic>
      <p:sp>
        <p:nvSpPr>
          <p:cNvPr id="40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0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  <p:sldLayoutId id="2147483773" r:id="rId14"/>
    <p:sldLayoutId id="2147483774" r:id="rId15"/>
    <p:sldLayoutId id="2147483775" r:id="rId16"/>
    <p:sldLayoutId id="2147483776" r:id="rId17"/>
    <p:sldLayoutId id="2147483777" r:id="rId18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5" name="Graphic 6" descr=""/>
          <p:cNvPicPr/>
          <p:nvPr/>
        </p:nvPicPr>
        <p:blipFill>
          <a:blip r:embed="rId2"/>
          <a:stretch/>
        </p:blipFill>
        <p:spPr>
          <a:xfrm>
            <a:off x="10370160" y="6176880"/>
            <a:ext cx="1820160" cy="585360"/>
          </a:xfrm>
          <a:prstGeom prst="rect">
            <a:avLst/>
          </a:prstGeom>
          <a:ln>
            <a:noFill/>
          </a:ln>
        </p:spPr>
      </p:pic>
      <p:pic>
        <p:nvPicPr>
          <p:cNvPr id="446" name="Picture 6" descr="A picture containing boat, sitting, water, large&#10;&#10;Description automatically generated"/>
          <p:cNvPicPr/>
          <p:nvPr/>
        </p:nvPicPr>
        <p:blipFill>
          <a:blip r:embed="rId3"/>
          <a:stretch/>
        </p:blipFill>
        <p:spPr>
          <a:xfrm>
            <a:off x="-86400" y="0"/>
            <a:ext cx="12277080" cy="6856560"/>
          </a:xfrm>
          <a:prstGeom prst="rect">
            <a:avLst/>
          </a:prstGeom>
          <a:ln>
            <a:noFill/>
          </a:ln>
        </p:spPr>
      </p:pic>
      <p:pic>
        <p:nvPicPr>
          <p:cNvPr id="447" name="Graphic 6" descr=""/>
          <p:cNvPicPr/>
          <p:nvPr/>
        </p:nvPicPr>
        <p:blipFill>
          <a:blip r:embed="rId4"/>
          <a:stretch/>
        </p:blipFill>
        <p:spPr>
          <a:xfrm>
            <a:off x="683640" y="1319400"/>
            <a:ext cx="2450160" cy="788400"/>
          </a:xfrm>
          <a:prstGeom prst="rect">
            <a:avLst/>
          </a:prstGeom>
          <a:ln>
            <a:noFill/>
          </a:ln>
        </p:spPr>
      </p:pic>
      <p:sp>
        <p:nvSpPr>
          <p:cNvPr id="448" name="CustomShape 1"/>
          <p:cNvSpPr/>
          <p:nvPr/>
        </p:nvSpPr>
        <p:spPr>
          <a:xfrm>
            <a:off x="913320" y="2204280"/>
            <a:ext cx="4727160" cy="14612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ffffff"/>
                </a:solidFill>
                <a:latin typeface="Arial"/>
                <a:ea typeface="DejaVu Sans"/>
              </a:rPr>
              <a:t>Interdisciplinary Centre for Security, Reliability and Trust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Contact: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449" name="Picture 13" descr="A close up of a logo&#10;&#10;Description automatically generated"/>
          <p:cNvPicPr/>
          <p:nvPr/>
        </p:nvPicPr>
        <p:blipFill>
          <a:blip r:embed="rId5"/>
          <a:stretch/>
        </p:blipFill>
        <p:spPr>
          <a:xfrm>
            <a:off x="9377640" y="6323400"/>
            <a:ext cx="356760" cy="356760"/>
          </a:xfrm>
          <a:prstGeom prst="rect">
            <a:avLst/>
          </a:prstGeom>
          <a:ln>
            <a:noFill/>
          </a:ln>
        </p:spPr>
      </p:pic>
      <p:pic>
        <p:nvPicPr>
          <p:cNvPr id="450" name="Picture 14" descr="A close up of a logo&#10;&#10;Description automatically generated"/>
          <p:cNvPicPr/>
          <p:nvPr/>
        </p:nvPicPr>
        <p:blipFill>
          <a:blip r:embed="rId6"/>
          <a:stretch/>
        </p:blipFill>
        <p:spPr>
          <a:xfrm>
            <a:off x="7683480" y="6343560"/>
            <a:ext cx="317160" cy="317160"/>
          </a:xfrm>
          <a:prstGeom prst="rect">
            <a:avLst/>
          </a:prstGeom>
          <a:ln>
            <a:noFill/>
          </a:ln>
        </p:spPr>
      </p:pic>
      <p:sp>
        <p:nvSpPr>
          <p:cNvPr id="451" name="CustomShape 2"/>
          <p:cNvSpPr/>
          <p:nvPr/>
        </p:nvSpPr>
        <p:spPr>
          <a:xfrm>
            <a:off x="8013240" y="6357600"/>
            <a:ext cx="110952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GB" sz="1200" spc="-1" strike="noStrike">
                <a:solidFill>
                  <a:srgbClr val="ffffff"/>
                </a:solidFill>
                <a:latin typeface="Arial"/>
                <a:ea typeface="DejaVu Sans"/>
              </a:rPr>
              <a:t>@SnT_uni_lu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52" name="CustomShape 3"/>
          <p:cNvSpPr/>
          <p:nvPr/>
        </p:nvSpPr>
        <p:spPr>
          <a:xfrm>
            <a:off x="9749880" y="6280560"/>
            <a:ext cx="2174760" cy="4244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LU" sz="1100" spc="-1" strike="noStrike">
                <a:solidFill>
                  <a:srgbClr val="ffffff"/>
                </a:solidFill>
                <a:latin typeface="Arial"/>
                <a:ea typeface="DejaVu Sans"/>
              </a:rPr>
              <a:t>SnT, Interdisciplinary Centre for 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LU" sz="1100" spc="-1" strike="noStrike">
                <a:solidFill>
                  <a:srgbClr val="ffffff"/>
                </a:solidFill>
                <a:latin typeface="Arial"/>
                <a:ea typeface="DejaVu Sans"/>
              </a:rPr>
              <a:t>Security, Reliability and Trust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453" name="CustomShape 4"/>
          <p:cNvSpPr/>
          <p:nvPr/>
        </p:nvSpPr>
        <p:spPr>
          <a:xfrm>
            <a:off x="5487480" y="6296040"/>
            <a:ext cx="194796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Connect with us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54" name="PlaceHolder 5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55" name="PlaceHolder 6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7"/>
    <p:sldLayoutId id="2147483780" r:id="rId8"/>
    <p:sldLayoutId id="2147483781" r:id="rId9"/>
    <p:sldLayoutId id="2147483782" r:id="rId10"/>
    <p:sldLayoutId id="2147483783" r:id="rId11"/>
    <p:sldLayoutId id="2147483784" r:id="rId12"/>
    <p:sldLayoutId id="2147483785" r:id="rId13"/>
    <p:sldLayoutId id="2147483786" r:id="rId14"/>
    <p:sldLayoutId id="2147483787" r:id="rId15"/>
    <p:sldLayoutId id="2147483788" r:id="rId16"/>
    <p:sldLayoutId id="2147483789" r:id="rId17"/>
    <p:sldLayoutId id="2147483790" r:id="rId18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2" name="Graphic 6" descr=""/>
          <p:cNvPicPr/>
          <p:nvPr/>
        </p:nvPicPr>
        <p:blipFill>
          <a:blip r:embed="rId2"/>
          <a:stretch/>
        </p:blipFill>
        <p:spPr>
          <a:xfrm>
            <a:off x="10370160" y="6176880"/>
            <a:ext cx="1820160" cy="585360"/>
          </a:xfrm>
          <a:prstGeom prst="rect">
            <a:avLst/>
          </a:prstGeom>
          <a:ln>
            <a:noFill/>
          </a:ln>
        </p:spPr>
      </p:pic>
      <p:sp>
        <p:nvSpPr>
          <p:cNvPr id="493" name="Line 1"/>
          <p:cNvSpPr/>
          <p:nvPr/>
        </p:nvSpPr>
        <p:spPr>
          <a:xfrm flipH="1">
            <a:off x="642960" y="131760"/>
            <a:ext cx="115488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94" name="Line 2"/>
          <p:cNvSpPr/>
          <p:nvPr/>
        </p:nvSpPr>
        <p:spPr>
          <a:xfrm flipH="1">
            <a:off x="0" y="131760"/>
            <a:ext cx="43812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95" name="CustomShape 3"/>
          <p:cNvSpPr/>
          <p:nvPr/>
        </p:nvSpPr>
        <p:spPr>
          <a:xfrm>
            <a:off x="123120" y="150840"/>
            <a:ext cx="370800" cy="211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r">
              <a:lnSpc>
                <a:spcPct val="100000"/>
              </a:lnSpc>
            </a:pPr>
            <a:fld id="{85075312-7366-47E0-9038-A5DF07B769D3}" type="slidenum">
              <a:rPr b="0" lang="en-US" sz="800" spc="-1" strike="noStrike">
                <a:solidFill>
                  <a:srgbClr val="000000"/>
                </a:solidFill>
                <a:latin typeface="Arial"/>
                <a:ea typeface="DejaVu Sans"/>
              </a:rPr>
              <a:t>&lt;number&gt;</a:t>
            </a:fld>
            <a:endParaRPr b="0" lang="en-US" sz="800" spc="-1" strike="noStrike">
              <a:latin typeface="Arial"/>
            </a:endParaRPr>
          </a:p>
        </p:txBody>
      </p:sp>
      <p:sp>
        <p:nvSpPr>
          <p:cNvPr id="49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9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92" r:id="rId3"/>
    <p:sldLayoutId id="2147483793" r:id="rId4"/>
    <p:sldLayoutId id="2147483794" r:id="rId5"/>
    <p:sldLayoutId id="2147483795" r:id="rId6"/>
    <p:sldLayoutId id="2147483796" r:id="rId7"/>
    <p:sldLayoutId id="2147483797" r:id="rId8"/>
    <p:sldLayoutId id="2147483798" r:id="rId9"/>
    <p:sldLayoutId id="2147483799" r:id="rId10"/>
    <p:sldLayoutId id="2147483800" r:id="rId11"/>
    <p:sldLayoutId id="2147483801" r:id="rId12"/>
    <p:sldLayoutId id="2147483802" r:id="rId13"/>
    <p:sldLayoutId id="2147483803" r:id="rId14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4" name="Graphic 6" descr=""/>
          <p:cNvPicPr/>
          <p:nvPr/>
        </p:nvPicPr>
        <p:blipFill>
          <a:blip r:embed="rId2"/>
          <a:stretch/>
        </p:blipFill>
        <p:spPr>
          <a:xfrm>
            <a:off x="10370160" y="6176880"/>
            <a:ext cx="1820160" cy="585360"/>
          </a:xfrm>
          <a:prstGeom prst="rect">
            <a:avLst/>
          </a:prstGeom>
          <a:ln>
            <a:noFill/>
          </a:ln>
        </p:spPr>
      </p:pic>
      <p:sp>
        <p:nvSpPr>
          <p:cNvPr id="535" name="Line 1"/>
          <p:cNvSpPr/>
          <p:nvPr/>
        </p:nvSpPr>
        <p:spPr>
          <a:xfrm flipH="1">
            <a:off x="642960" y="131760"/>
            <a:ext cx="115488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36" name="CustomShape 2"/>
          <p:cNvSpPr/>
          <p:nvPr/>
        </p:nvSpPr>
        <p:spPr>
          <a:xfrm>
            <a:off x="123120" y="150840"/>
            <a:ext cx="370800" cy="211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r">
              <a:lnSpc>
                <a:spcPct val="100000"/>
              </a:lnSpc>
            </a:pPr>
            <a:fld id="{FAAFD9E1-DED6-4BD4-84BA-9514A3CE1822}" type="slidenum">
              <a:rPr b="0" lang="en-US" sz="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US" sz="800" spc="-1" strike="noStrike">
              <a:latin typeface="Arial"/>
            </a:endParaRPr>
          </a:p>
        </p:txBody>
      </p:sp>
      <p:sp>
        <p:nvSpPr>
          <p:cNvPr id="537" name="Line 3"/>
          <p:cNvSpPr/>
          <p:nvPr/>
        </p:nvSpPr>
        <p:spPr>
          <a:xfrm flipH="1">
            <a:off x="0" y="131760"/>
            <a:ext cx="43812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3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53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05" r:id="rId3"/>
    <p:sldLayoutId id="2147483806" r:id="rId4"/>
    <p:sldLayoutId id="2147483807" r:id="rId5"/>
    <p:sldLayoutId id="2147483808" r:id="rId6"/>
    <p:sldLayoutId id="2147483809" r:id="rId7"/>
    <p:sldLayoutId id="2147483810" r:id="rId8"/>
    <p:sldLayoutId id="2147483811" r:id="rId9"/>
    <p:sldLayoutId id="2147483812" r:id="rId10"/>
    <p:sldLayoutId id="2147483813" r:id="rId11"/>
    <p:sldLayoutId id="2147483814" r:id="rId12"/>
    <p:sldLayoutId id="2147483815" r:id="rId13"/>
    <p:sldLayoutId id="2147483816" r:id="rId1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Graphic 6" descr=""/>
          <p:cNvPicPr/>
          <p:nvPr/>
        </p:nvPicPr>
        <p:blipFill>
          <a:blip r:embed="rId2"/>
          <a:stretch/>
        </p:blipFill>
        <p:spPr>
          <a:xfrm>
            <a:off x="10370160" y="6176880"/>
            <a:ext cx="1820160" cy="585360"/>
          </a:xfrm>
          <a:prstGeom prst="rect">
            <a:avLst/>
          </a:prstGeom>
          <a:ln>
            <a:noFill/>
          </a:ln>
        </p:spPr>
      </p:pic>
      <p:pic>
        <p:nvPicPr>
          <p:cNvPr id="577" name="Picture 6" descr=""/>
          <p:cNvPicPr/>
          <p:nvPr/>
        </p:nvPicPr>
        <p:blipFill>
          <a:blip r:embed="rId3"/>
          <a:stretch/>
        </p:blipFill>
        <p:spPr>
          <a:xfrm flipH="1">
            <a:off x="1440" y="2336040"/>
            <a:ext cx="5479920" cy="4520520"/>
          </a:xfrm>
          <a:prstGeom prst="rect">
            <a:avLst/>
          </a:prstGeom>
          <a:ln>
            <a:noFill/>
          </a:ln>
        </p:spPr>
      </p:pic>
      <p:sp>
        <p:nvSpPr>
          <p:cNvPr id="578" name="Line 1"/>
          <p:cNvSpPr/>
          <p:nvPr/>
        </p:nvSpPr>
        <p:spPr>
          <a:xfrm flipH="1">
            <a:off x="642960" y="131760"/>
            <a:ext cx="115488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79" name="CustomShape 2"/>
          <p:cNvSpPr/>
          <p:nvPr/>
        </p:nvSpPr>
        <p:spPr>
          <a:xfrm>
            <a:off x="123120" y="150840"/>
            <a:ext cx="370800" cy="211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r">
              <a:lnSpc>
                <a:spcPct val="100000"/>
              </a:lnSpc>
            </a:pPr>
            <a:fld id="{F8B88232-CA97-4A17-9FC4-6696179C16C8}" type="slidenum">
              <a:rPr b="0" lang="en-US" sz="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US" sz="800" spc="-1" strike="noStrike">
              <a:latin typeface="Arial"/>
            </a:endParaRPr>
          </a:p>
        </p:txBody>
      </p:sp>
      <p:sp>
        <p:nvSpPr>
          <p:cNvPr id="580" name="Line 3"/>
          <p:cNvSpPr/>
          <p:nvPr/>
        </p:nvSpPr>
        <p:spPr>
          <a:xfrm flipH="1">
            <a:off x="0" y="131760"/>
            <a:ext cx="43812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81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58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18" r:id="rId4"/>
    <p:sldLayoutId id="2147483819" r:id="rId5"/>
    <p:sldLayoutId id="2147483820" r:id="rId6"/>
    <p:sldLayoutId id="2147483821" r:id="rId7"/>
    <p:sldLayoutId id="2147483822" r:id="rId8"/>
    <p:sldLayoutId id="2147483823" r:id="rId9"/>
    <p:sldLayoutId id="2147483824" r:id="rId10"/>
    <p:sldLayoutId id="2147483825" r:id="rId11"/>
    <p:sldLayoutId id="2147483826" r:id="rId12"/>
    <p:sldLayoutId id="2147483827" r:id="rId13"/>
    <p:sldLayoutId id="2147483828" r:id="rId14"/>
    <p:sldLayoutId id="2147483829" r:id="rId15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9" name="Graphic 6" descr=""/>
          <p:cNvPicPr/>
          <p:nvPr/>
        </p:nvPicPr>
        <p:blipFill>
          <a:blip r:embed="rId2"/>
          <a:stretch/>
        </p:blipFill>
        <p:spPr>
          <a:xfrm>
            <a:off x="10370160" y="6176880"/>
            <a:ext cx="1820160" cy="585360"/>
          </a:xfrm>
          <a:prstGeom prst="rect">
            <a:avLst/>
          </a:prstGeom>
          <a:ln>
            <a:noFill/>
          </a:ln>
        </p:spPr>
      </p:pic>
      <p:pic>
        <p:nvPicPr>
          <p:cNvPr id="620" name="Picture 12" descr=""/>
          <p:cNvPicPr/>
          <p:nvPr/>
        </p:nvPicPr>
        <p:blipFill>
          <a:blip r:embed="rId3"/>
          <a:stretch/>
        </p:blipFill>
        <p:spPr>
          <a:xfrm flipH="1">
            <a:off x="1440" y="2336040"/>
            <a:ext cx="5479920" cy="4520520"/>
          </a:xfrm>
          <a:prstGeom prst="rect">
            <a:avLst/>
          </a:prstGeom>
          <a:ln>
            <a:noFill/>
          </a:ln>
        </p:spPr>
      </p:pic>
      <p:sp>
        <p:nvSpPr>
          <p:cNvPr id="621" name="CustomShape 1"/>
          <p:cNvSpPr/>
          <p:nvPr/>
        </p:nvSpPr>
        <p:spPr>
          <a:xfrm>
            <a:off x="123120" y="150840"/>
            <a:ext cx="370800" cy="2113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r">
              <a:lnSpc>
                <a:spcPct val="100000"/>
              </a:lnSpc>
            </a:pPr>
            <a:fld id="{7B41DBE3-B9DC-4FA2-8A00-69E352C220FA}" type="slidenum">
              <a:rPr b="0" lang="en-US" sz="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US" sz="800" spc="-1" strike="noStrike">
              <a:latin typeface="Arial"/>
            </a:endParaRPr>
          </a:p>
        </p:txBody>
      </p:sp>
      <p:sp>
        <p:nvSpPr>
          <p:cNvPr id="622" name="Line 2"/>
          <p:cNvSpPr/>
          <p:nvPr/>
        </p:nvSpPr>
        <p:spPr>
          <a:xfrm flipH="1">
            <a:off x="0" y="131760"/>
            <a:ext cx="43812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23" name="Line 3"/>
          <p:cNvSpPr/>
          <p:nvPr/>
        </p:nvSpPr>
        <p:spPr>
          <a:xfrm flipH="1">
            <a:off x="642960" y="131760"/>
            <a:ext cx="1154880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2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62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31" r:id="rId4"/>
    <p:sldLayoutId id="2147483832" r:id="rId5"/>
    <p:sldLayoutId id="2147483833" r:id="rId6"/>
    <p:sldLayoutId id="2147483834" r:id="rId7"/>
    <p:sldLayoutId id="2147483835" r:id="rId8"/>
    <p:sldLayoutId id="2147483836" r:id="rId9"/>
    <p:sldLayoutId id="2147483837" r:id="rId10"/>
    <p:sldLayoutId id="2147483838" r:id="rId11"/>
    <p:sldLayoutId id="2147483839" r:id="rId12"/>
    <p:sldLayoutId id="2147483840" r:id="rId13"/>
    <p:sldLayoutId id="2147483841" r:id="rId14"/>
    <p:sldLayoutId id="2147483842" r:id="rId1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2.png"/><Relationship Id="rId2" Type="http://schemas.openxmlformats.org/officeDocument/2006/relationships/slideLayout" Target="../slideLayouts/slideLayout4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image" Target="../media/image44.png"/><Relationship Id="rId3" Type="http://schemas.openxmlformats.org/officeDocument/2006/relationships/slideLayout" Target="../slideLayouts/slideLayout15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slideLayout" Target="../slideLayouts/slideLayout16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slideLayout" Target="../slideLayouts/slideLayout16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7.png"/><Relationship Id="rId2" Type="http://schemas.openxmlformats.org/officeDocument/2006/relationships/slideLayout" Target="../slideLayouts/slideLayout16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CustomShape 1"/>
          <p:cNvSpPr/>
          <p:nvPr/>
        </p:nvSpPr>
        <p:spPr>
          <a:xfrm>
            <a:off x="1828800" y="4937760"/>
            <a:ext cx="9509760" cy="548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en-GB" sz="3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Ground Penetrating Radar – A SDR Implementation</a:t>
            </a:r>
            <a:endParaRPr b="1" lang="en-US" sz="3200" spc="-1" strike="noStrike">
              <a:solidFill>
                <a:srgbClr val="ffffff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CustomShape 1"/>
          <p:cNvSpPr/>
          <p:nvPr/>
        </p:nvSpPr>
        <p:spPr>
          <a:xfrm>
            <a:off x="543600" y="2377440"/>
            <a:ext cx="5464440" cy="4709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marL="228600" indent="-2278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Stepped-frequency continuous-wave (SFCW) radar transmits consecutive trains of sinusoidal signals at different frequencies</a:t>
            </a:r>
            <a:endParaRPr b="0" lang="en-US" sz="16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The reflected signals from the targets is transformed into a synthetic pulse in time domain using IDFT</a:t>
            </a:r>
            <a:endParaRPr b="0" lang="en-US" sz="16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The synthetic pulse reveal the target’s position and other information</a:t>
            </a:r>
            <a:endParaRPr b="0" lang="en-US" sz="16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Suitable for SDR implementation as SFCW radar requires small instantaneous bandwidth</a:t>
            </a:r>
            <a:endParaRPr b="0" lang="en-US" sz="1600" spc="-1" strike="noStrike">
              <a:latin typeface="Arial"/>
            </a:endParaRPr>
          </a:p>
        </p:txBody>
      </p:sp>
      <p:pic>
        <p:nvPicPr>
          <p:cNvPr id="664" name="" descr=""/>
          <p:cNvPicPr/>
          <p:nvPr/>
        </p:nvPicPr>
        <p:blipFill>
          <a:blip r:embed="rId1"/>
          <a:stretch/>
        </p:blipFill>
        <p:spPr>
          <a:xfrm>
            <a:off x="6614280" y="1444680"/>
            <a:ext cx="4838040" cy="3949920"/>
          </a:xfrm>
          <a:prstGeom prst="rect">
            <a:avLst/>
          </a:prstGeom>
          <a:ln>
            <a:noFill/>
          </a:ln>
        </p:spPr>
      </p:pic>
      <p:sp>
        <p:nvSpPr>
          <p:cNvPr id="665" name="CustomShape 2"/>
          <p:cNvSpPr/>
          <p:nvPr/>
        </p:nvSpPr>
        <p:spPr>
          <a:xfrm>
            <a:off x="543600" y="151200"/>
            <a:ext cx="4872960" cy="230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800" spc="-1" strike="noStrike">
                <a:solidFill>
                  <a:srgbClr val="808080"/>
                </a:solidFill>
                <a:latin typeface="Arial Black"/>
                <a:ea typeface="DejaVu Sans"/>
              </a:rPr>
              <a:t>Ground penetrating radar – SDR implementation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666" name="CustomShape 3"/>
          <p:cNvSpPr/>
          <p:nvPr/>
        </p:nvSpPr>
        <p:spPr>
          <a:xfrm>
            <a:off x="544680" y="427680"/>
            <a:ext cx="11361960" cy="475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en-GB" sz="2400" spc="-1" strike="noStrike">
                <a:solidFill>
                  <a:srgbClr val="000000"/>
                </a:solidFill>
                <a:latin typeface="Arial"/>
              </a:rPr>
              <a:t>SFCW Radar Principle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667" name="CustomShape 4"/>
          <p:cNvSpPr/>
          <p:nvPr/>
        </p:nvSpPr>
        <p:spPr>
          <a:xfrm>
            <a:off x="6949440" y="5577840"/>
            <a:ext cx="4297320" cy="489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latin typeface="Arial"/>
              </a:rPr>
              <a:t>SFCW radar signals: a) waveform, b) frequencies adn c) spectrogram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CustomShape 1"/>
          <p:cNvSpPr/>
          <p:nvPr/>
        </p:nvSpPr>
        <p:spPr>
          <a:xfrm>
            <a:off x="544680" y="427680"/>
            <a:ext cx="11361240" cy="474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en-LU" sz="2400" spc="-1" strike="noStrike">
                <a:solidFill>
                  <a:srgbClr val="000000"/>
                </a:solidFill>
                <a:latin typeface="Arial"/>
                <a:ea typeface="DejaVu Sans"/>
              </a:rPr>
              <a:t>Hardware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669" name="Table 2"/>
          <p:cNvGraphicFramePr/>
          <p:nvPr/>
        </p:nvGraphicFramePr>
        <p:xfrm>
          <a:off x="426960" y="1264680"/>
          <a:ext cx="11361960" cy="4689360"/>
        </p:xfrm>
        <a:graphic>
          <a:graphicData uri="http://schemas.openxmlformats.org/drawingml/2006/table">
            <a:tbl>
              <a:tblPr/>
              <a:tblGrid>
                <a:gridCol w="2840400"/>
                <a:gridCol w="1012680"/>
                <a:gridCol w="1971720"/>
                <a:gridCol w="5537520"/>
              </a:tblGrid>
              <a:tr h="304920"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latin typeface="Times New Roman"/>
                        </a:rPr>
                        <a:t>Components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latin typeface="Times New Roman"/>
                        </a:rPr>
                        <a:t>Units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latin typeface="Times New Roman"/>
                        </a:rPr>
                        <a:t>Unit price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latin typeface="Times New Roman"/>
                        </a:rPr>
                        <a:t>Spec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639360"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BladeRF micro A4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1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540 US dollar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Software defined radio with 2x2 MIMO channels. </a:t>
                      </a:r>
                      <a:endParaRPr b="0" lang="en-US" sz="12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Frequency range: 47MHz to 6GHz</a:t>
                      </a:r>
                      <a:endParaRPr b="0" lang="en-US" sz="12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Max sampling rate: 61.44MHz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639360"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BT-100 Bias-tee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1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30 US dollar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Power amplifier (TX)</a:t>
                      </a:r>
                      <a:endParaRPr b="0" lang="en-US" sz="12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Frequency range: 50 MHz to 6 GHz</a:t>
                      </a:r>
                      <a:endParaRPr b="0" lang="en-US" sz="12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Typ Gain: +15.6 dB at 200 MHz, +10.7 db at 2.4 GHz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639360"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BT-200 Bias-tee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1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30 US dollar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Low noise amplifier (RX)</a:t>
                      </a:r>
                      <a:endParaRPr b="0" lang="en-US" sz="12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Frequency range: 50 MHz to 6 GHz</a:t>
                      </a:r>
                      <a:endParaRPr b="0" lang="en-US" sz="12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Typ Gain: +20.2 db at 200 MHz, +16 db at 2.4 GHz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274320"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BladeRF 2.0 micro case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1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20 US dollar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PolyCarbonate case for the BladeRF micro A4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821880"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RFSpace TSA600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2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74 US dollar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UWB tapered slot antenna</a:t>
                      </a:r>
                      <a:endParaRPr b="0" lang="en-US" sz="12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Frequency range: 600 MHz to 6 GHz</a:t>
                      </a:r>
                      <a:endParaRPr b="0" lang="en-US" sz="12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Gain: 7 to 11 dBi</a:t>
                      </a:r>
                      <a:endParaRPr b="0" lang="en-US" sz="12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639360"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ZFDC-20-50-S+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1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97.53 Euro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Directional Coupler</a:t>
                      </a:r>
                      <a:endParaRPr b="0" lang="en-US" sz="12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Frequency range: 20 MHz to 2 GHz</a:t>
                      </a:r>
                      <a:endParaRPr b="0" lang="en-US" sz="12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Coupling Factor: 19.5 +/- 0.5 dB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274320"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BECEN Attenuator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1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11.5 Euro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-20 dB attenuator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456840"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Arial"/>
                        </a:rPr>
                        <a:t>SMA cables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4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8.5 Euro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Male to male</a:t>
                      </a:r>
                      <a:endParaRPr b="0" lang="en-US" sz="12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30 cm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</a:tbl>
          </a:graphicData>
        </a:graphic>
      </p:graphicFrame>
      <p:sp>
        <p:nvSpPr>
          <p:cNvPr id="670" name="CustomShape 3"/>
          <p:cNvSpPr/>
          <p:nvPr/>
        </p:nvSpPr>
        <p:spPr>
          <a:xfrm>
            <a:off x="543600" y="915840"/>
            <a:ext cx="11361240" cy="330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DejaVu Sans"/>
              </a:rPr>
              <a:t>BoM</a:t>
            </a: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71" name="CustomShape 4"/>
          <p:cNvSpPr/>
          <p:nvPr/>
        </p:nvSpPr>
        <p:spPr>
          <a:xfrm>
            <a:off x="543600" y="151200"/>
            <a:ext cx="4872240" cy="229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800" spc="-1" strike="noStrike">
                <a:solidFill>
                  <a:srgbClr val="808080"/>
                </a:solidFill>
                <a:latin typeface="Arial Black"/>
                <a:ea typeface="DejaVu Sans"/>
              </a:rPr>
              <a:t>Ground penetrating radar – SDR implementation</a:t>
            </a:r>
            <a:endParaRPr b="0" lang="en-US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CustomShape 1"/>
          <p:cNvSpPr/>
          <p:nvPr/>
        </p:nvSpPr>
        <p:spPr>
          <a:xfrm>
            <a:off x="544680" y="427680"/>
            <a:ext cx="11361240" cy="474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en-LU" sz="2400" spc="-1" strike="noStrike">
                <a:solidFill>
                  <a:srgbClr val="000000"/>
                </a:solidFill>
                <a:latin typeface="Arial"/>
                <a:ea typeface="DejaVu Sans"/>
              </a:rPr>
              <a:t>Hardware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673" name="CustomShape 2"/>
          <p:cNvSpPr/>
          <p:nvPr/>
        </p:nvSpPr>
        <p:spPr>
          <a:xfrm>
            <a:off x="543600" y="915840"/>
            <a:ext cx="11361240" cy="330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DejaVu Sans"/>
              </a:rPr>
              <a:t>System diagram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74" name="CustomShape 3"/>
          <p:cNvSpPr/>
          <p:nvPr/>
        </p:nvSpPr>
        <p:spPr>
          <a:xfrm>
            <a:off x="543600" y="151200"/>
            <a:ext cx="4872240" cy="229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800" spc="-1" strike="noStrike">
                <a:solidFill>
                  <a:srgbClr val="808080"/>
                </a:solidFill>
                <a:latin typeface="Arial Black"/>
                <a:ea typeface="DejaVu Sans"/>
              </a:rPr>
              <a:t>Ground penetrating radar – SDR implementation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675" name="Line 4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>
            <a:solidFill>
              <a:srgbClr val="3465a4"/>
            </a:solidFill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76" name="Line 5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77" name="Line 6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78" name="Line 7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79" name="Line 8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>
            <a:solidFill>
              <a:srgbClr val="3465a4"/>
            </a:solidFill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pic>
        <p:nvPicPr>
          <p:cNvPr id="680" name="" descr=""/>
          <p:cNvPicPr/>
          <p:nvPr/>
        </p:nvPicPr>
        <p:blipFill>
          <a:blip r:embed="rId1"/>
          <a:stretch/>
        </p:blipFill>
        <p:spPr>
          <a:xfrm>
            <a:off x="2377440" y="1737360"/>
            <a:ext cx="7315200" cy="411084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CustomShape 1"/>
          <p:cNvSpPr/>
          <p:nvPr/>
        </p:nvSpPr>
        <p:spPr>
          <a:xfrm>
            <a:off x="544680" y="427680"/>
            <a:ext cx="11361240" cy="474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en-LU" sz="2400" spc="-1" strike="noStrike">
                <a:solidFill>
                  <a:srgbClr val="000000"/>
                </a:solidFill>
                <a:latin typeface="Arial"/>
                <a:ea typeface="DejaVu Sans"/>
              </a:rPr>
              <a:t>Hardwar</a:t>
            </a:r>
            <a:r>
              <a:rPr b="1" lang="en-LU" sz="2400" spc="-1" strike="noStrike">
                <a:solidFill>
                  <a:srgbClr val="000000"/>
                </a:solidFill>
                <a:latin typeface="Arial"/>
                <a:ea typeface="DejaVu Sans"/>
              </a:rPr>
              <a:t>e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682" name="CustomShape 2"/>
          <p:cNvSpPr/>
          <p:nvPr/>
        </p:nvSpPr>
        <p:spPr>
          <a:xfrm>
            <a:off x="543600" y="915840"/>
            <a:ext cx="11361240" cy="330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DejaVu Sans"/>
              </a:rPr>
              <a:t>How to </a:t>
            </a: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DejaVu Sans"/>
              </a:rPr>
              <a:t>connect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83" name="CustomShape 3"/>
          <p:cNvSpPr/>
          <p:nvPr/>
        </p:nvSpPr>
        <p:spPr>
          <a:xfrm>
            <a:off x="543600" y="151200"/>
            <a:ext cx="4872240" cy="229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800" spc="-1" strike="noStrike">
                <a:solidFill>
                  <a:srgbClr val="808080"/>
                </a:solidFill>
                <a:latin typeface="Arial Black"/>
                <a:ea typeface="DejaVu Sans"/>
              </a:rPr>
              <a:t>Ground penetrating </a:t>
            </a:r>
            <a:r>
              <a:rPr b="0" lang="en-GB" sz="800" spc="-1" strike="noStrike">
                <a:solidFill>
                  <a:srgbClr val="808080"/>
                </a:solidFill>
                <a:latin typeface="Arial Black"/>
                <a:ea typeface="DejaVu Sans"/>
              </a:rPr>
              <a:t>radar – SDR </a:t>
            </a:r>
            <a:r>
              <a:rPr b="0" lang="en-GB" sz="800" spc="-1" strike="noStrike">
                <a:solidFill>
                  <a:srgbClr val="808080"/>
                </a:solidFill>
                <a:latin typeface="Arial Black"/>
                <a:ea typeface="DejaVu Sans"/>
              </a:rPr>
              <a:t>implementation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684" name="Line 4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>
            <a:solidFill>
              <a:srgbClr val="3465a4"/>
            </a:solidFill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85" name="Line 5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86" name="Line 6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87" name="Line 7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88" name="CustomShape 8"/>
          <p:cNvSpPr/>
          <p:nvPr/>
        </p:nvSpPr>
        <p:spPr>
          <a:xfrm>
            <a:off x="433440" y="5520600"/>
            <a:ext cx="11361240" cy="330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en-GB" sz="1600" spc="-1" strike="noStrike">
                <a:solidFill>
                  <a:srgbClr val="c9211e"/>
                </a:solidFill>
                <a:latin typeface="Arial"/>
                <a:ea typeface="DejaVu Sans"/>
              </a:rPr>
              <a:t>CAUTION: </a:t>
            </a:r>
            <a:r>
              <a:rPr b="1" lang="en-GB" sz="1600" spc="-1" strike="noStrike">
                <a:solidFill>
                  <a:srgbClr val="c9211e"/>
                </a:solidFill>
                <a:latin typeface="Arial"/>
                <a:ea typeface="DejaVu Sans"/>
              </a:rPr>
              <a:t>BT100 and </a:t>
            </a:r>
            <a:r>
              <a:rPr b="1" lang="en-GB" sz="1600" spc="-1" strike="noStrike">
                <a:solidFill>
                  <a:srgbClr val="c9211e"/>
                </a:solidFill>
                <a:latin typeface="Arial"/>
                <a:ea typeface="DejaVu Sans"/>
              </a:rPr>
              <a:t>BT200 look </a:t>
            </a:r>
            <a:r>
              <a:rPr b="1" lang="en-GB" sz="1600" spc="-1" strike="noStrike">
                <a:solidFill>
                  <a:srgbClr val="c9211e"/>
                </a:solidFill>
                <a:latin typeface="Arial"/>
                <a:ea typeface="DejaVu Sans"/>
              </a:rPr>
              <a:t>similar. Do </a:t>
            </a:r>
            <a:r>
              <a:rPr b="1" lang="en-GB" sz="1600" spc="-1" strike="noStrike">
                <a:solidFill>
                  <a:srgbClr val="c9211e"/>
                </a:solidFill>
                <a:latin typeface="Arial"/>
                <a:ea typeface="DejaVu Sans"/>
              </a:rPr>
              <a:t>not connect </a:t>
            </a:r>
            <a:r>
              <a:rPr b="1" lang="en-GB" sz="1600" spc="-1" strike="noStrike">
                <a:solidFill>
                  <a:srgbClr val="c9211e"/>
                </a:solidFill>
                <a:latin typeface="Arial"/>
                <a:ea typeface="DejaVu Sans"/>
              </a:rPr>
              <a:t>them to </a:t>
            </a:r>
            <a:r>
              <a:rPr b="1" lang="en-GB" sz="1600" spc="-1" strike="noStrike">
                <a:solidFill>
                  <a:srgbClr val="c9211e"/>
                </a:solidFill>
                <a:latin typeface="Arial"/>
                <a:ea typeface="DejaVu Sans"/>
              </a:rPr>
              <a:t>wrong ports. </a:t>
            </a:r>
            <a:r>
              <a:rPr b="1" lang="en-GB" sz="1600" spc="-1" strike="noStrike">
                <a:solidFill>
                  <a:srgbClr val="c9211e"/>
                </a:solidFill>
                <a:latin typeface="Arial"/>
                <a:ea typeface="DejaVu Sans"/>
              </a:rPr>
              <a:t>BT100 must </a:t>
            </a:r>
            <a:r>
              <a:rPr b="1" lang="en-GB" sz="1600" spc="-1" strike="noStrike">
                <a:solidFill>
                  <a:srgbClr val="c9211e"/>
                </a:solidFill>
                <a:latin typeface="Arial"/>
                <a:ea typeface="DejaVu Sans"/>
              </a:rPr>
              <a:t>be connected </a:t>
            </a:r>
            <a:r>
              <a:rPr b="1" lang="en-GB" sz="1600" spc="-1" strike="noStrike">
                <a:solidFill>
                  <a:srgbClr val="c9211e"/>
                </a:solidFill>
                <a:latin typeface="Arial"/>
                <a:ea typeface="DejaVu Sans"/>
              </a:rPr>
              <a:t>wtih TX1, </a:t>
            </a:r>
            <a:r>
              <a:rPr b="1" lang="en-GB" sz="1600" spc="-1" strike="noStrike">
                <a:solidFill>
                  <a:srgbClr val="c9211e"/>
                </a:solidFill>
                <a:latin typeface="Arial"/>
                <a:ea typeface="DejaVu Sans"/>
              </a:rPr>
              <a:t>BT200 must </a:t>
            </a:r>
            <a:r>
              <a:rPr b="1" lang="en-GB" sz="1600" spc="-1" strike="noStrike">
                <a:solidFill>
                  <a:srgbClr val="c9211e"/>
                </a:solidFill>
                <a:latin typeface="Arial"/>
                <a:ea typeface="DejaVu Sans"/>
              </a:rPr>
              <a:t>be connected </a:t>
            </a:r>
            <a:r>
              <a:rPr b="1" lang="en-GB" sz="1600" spc="-1" strike="noStrike">
                <a:solidFill>
                  <a:srgbClr val="c9211e"/>
                </a:solidFill>
                <a:latin typeface="Arial"/>
                <a:ea typeface="DejaVu Sans"/>
              </a:rPr>
              <a:t>with RX2 </a:t>
            </a:r>
            <a:r>
              <a:rPr b="1" lang="en-GB" sz="1600" spc="-1" strike="noStrike">
                <a:solidFill>
                  <a:srgbClr val="c9211e"/>
                </a:solidFill>
                <a:latin typeface="Arial"/>
                <a:ea typeface="DejaVu Sans"/>
              </a:rPr>
              <a:t>(Check the </a:t>
            </a:r>
            <a:r>
              <a:rPr b="1" lang="en-GB" sz="1600" spc="-1" strike="noStrike">
                <a:solidFill>
                  <a:srgbClr val="c9211e"/>
                </a:solidFill>
                <a:latin typeface="Arial"/>
                <a:ea typeface="DejaVu Sans"/>
              </a:rPr>
              <a:t>labels on the </a:t>
            </a:r>
            <a:r>
              <a:rPr b="1" lang="en-GB" sz="1600" spc="-1" strike="noStrike">
                <a:solidFill>
                  <a:srgbClr val="c9211e"/>
                </a:solidFill>
                <a:latin typeface="Arial"/>
                <a:ea typeface="DejaVu Sans"/>
              </a:rPr>
              <a:t>devices) 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89" name="Line 9"/>
          <p:cNvSpPr/>
          <p:nvPr/>
        </p:nvSpPr>
        <p:spPr>
          <a:xfrm>
            <a:off x="0" y="0"/>
            <a:ext cx="360" cy="360"/>
          </a:xfrm>
          <a:prstGeom prst="line">
            <a:avLst/>
          </a:prstGeom>
          <a:ln>
            <a:solidFill>
              <a:srgbClr val="3465a4"/>
            </a:solidFill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pic>
        <p:nvPicPr>
          <p:cNvPr id="690" name="" descr=""/>
          <p:cNvPicPr/>
          <p:nvPr/>
        </p:nvPicPr>
        <p:blipFill>
          <a:blip r:embed="rId1"/>
          <a:stretch/>
        </p:blipFill>
        <p:spPr>
          <a:xfrm rot="16198200">
            <a:off x="1989000" y="847080"/>
            <a:ext cx="3702240" cy="4935960"/>
          </a:xfrm>
          <a:prstGeom prst="rect">
            <a:avLst/>
          </a:prstGeom>
          <a:ln>
            <a:noFill/>
          </a:ln>
        </p:spPr>
      </p:pic>
      <p:pic>
        <p:nvPicPr>
          <p:cNvPr id="691" name="" descr=""/>
          <p:cNvPicPr/>
          <p:nvPr/>
        </p:nvPicPr>
        <p:blipFill>
          <a:blip r:embed="rId2"/>
          <a:stretch/>
        </p:blipFill>
        <p:spPr>
          <a:xfrm>
            <a:off x="7930800" y="1454760"/>
            <a:ext cx="2767680" cy="3690720"/>
          </a:xfrm>
          <a:prstGeom prst="rect">
            <a:avLst/>
          </a:prstGeom>
          <a:ln>
            <a:noFill/>
          </a:ln>
        </p:spPr>
      </p:pic>
      <p:sp>
        <p:nvSpPr>
          <p:cNvPr id="692" name="CustomShape 10"/>
          <p:cNvSpPr/>
          <p:nvPr/>
        </p:nvSpPr>
        <p:spPr>
          <a:xfrm rot="18597000">
            <a:off x="7803720" y="4659840"/>
            <a:ext cx="1324080" cy="274320"/>
          </a:xfrm>
          <a:custGeom>
            <a:avLst/>
            <a:gdLst/>
            <a:ahLst/>
            <a:rect l="0" t="0" r="r" b="b"/>
            <a:pathLst>
              <a:path w="3680" h="764">
                <a:moveTo>
                  <a:pt x="0" y="192"/>
                </a:moveTo>
                <a:lnTo>
                  <a:pt x="2759" y="189"/>
                </a:lnTo>
                <a:lnTo>
                  <a:pt x="2759" y="0"/>
                </a:lnTo>
                <a:lnTo>
                  <a:pt x="3679" y="379"/>
                </a:lnTo>
                <a:lnTo>
                  <a:pt x="2760" y="763"/>
                </a:lnTo>
                <a:lnTo>
                  <a:pt x="2760" y="571"/>
                </a:lnTo>
                <a:lnTo>
                  <a:pt x="1" y="574"/>
                </a:lnTo>
                <a:lnTo>
                  <a:pt x="0" y="192"/>
                </a:lnTo>
              </a:path>
            </a:pathLst>
          </a:custGeom>
          <a:solidFill>
            <a:srgbClr val="ff0000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93" name="TextShape 11"/>
          <p:cNvSpPr txBox="1"/>
          <p:nvPr/>
        </p:nvSpPr>
        <p:spPr>
          <a:xfrm>
            <a:off x="1554480" y="4408560"/>
            <a:ext cx="137160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noAutofit/>
          </a:bodyPr>
          <a:p>
            <a:r>
              <a:rPr b="1" lang="en-US" sz="1500" spc="-1" strike="noStrike">
                <a:solidFill>
                  <a:srgbClr val="800080"/>
                </a:solidFill>
                <a:highlight>
                  <a:srgbClr val="ffff00"/>
                </a:highlight>
                <a:latin typeface="Arial"/>
              </a:rPr>
              <a:t>TSA600</a:t>
            </a:r>
            <a:endParaRPr b="1" lang="en-US" sz="1500" spc="-1" strike="noStrike">
              <a:solidFill>
                <a:srgbClr val="800080"/>
              </a:solidFill>
              <a:highlight>
                <a:srgbClr val="ffff00"/>
              </a:highlight>
              <a:latin typeface="Arial"/>
            </a:endParaRPr>
          </a:p>
        </p:txBody>
      </p:sp>
      <p:sp>
        <p:nvSpPr>
          <p:cNvPr id="694" name="TextShape 12"/>
          <p:cNvSpPr txBox="1"/>
          <p:nvPr/>
        </p:nvSpPr>
        <p:spPr>
          <a:xfrm>
            <a:off x="2194560" y="2945520"/>
            <a:ext cx="137160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noAutofit/>
          </a:bodyPr>
          <a:p>
            <a:r>
              <a:rPr b="1" lang="en-US" sz="1500" spc="-1" strike="noStrike">
                <a:solidFill>
                  <a:srgbClr val="800080"/>
                </a:solidFill>
                <a:highlight>
                  <a:srgbClr val="ffff00"/>
                </a:highlight>
                <a:latin typeface="Arial"/>
              </a:rPr>
              <a:t>BladeRF</a:t>
            </a:r>
            <a:endParaRPr b="1" lang="en-US" sz="1500" spc="-1" strike="noStrike">
              <a:solidFill>
                <a:srgbClr val="800080"/>
              </a:solidFill>
              <a:highlight>
                <a:srgbClr val="ffff00"/>
              </a:highlight>
              <a:latin typeface="Arial"/>
            </a:endParaRPr>
          </a:p>
        </p:txBody>
      </p:sp>
      <p:sp>
        <p:nvSpPr>
          <p:cNvPr id="695" name="TextShape 13"/>
          <p:cNvSpPr txBox="1"/>
          <p:nvPr/>
        </p:nvSpPr>
        <p:spPr>
          <a:xfrm>
            <a:off x="2743200" y="3840480"/>
            <a:ext cx="64008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noAutofit/>
          </a:bodyPr>
          <a:p>
            <a:r>
              <a:rPr b="1" lang="en-US" sz="1200" spc="-1" strike="noStrike">
                <a:solidFill>
                  <a:srgbClr val="800080"/>
                </a:solidFill>
                <a:highlight>
                  <a:srgbClr val="ffff00"/>
                </a:highlight>
                <a:latin typeface="Arial"/>
              </a:rPr>
              <a:t>BT200</a:t>
            </a:r>
            <a:endParaRPr b="1" lang="en-US" sz="1200" spc="-1" strike="noStrike">
              <a:solidFill>
                <a:srgbClr val="800080"/>
              </a:solidFill>
              <a:highlight>
                <a:srgbClr val="ffff00"/>
              </a:highlight>
              <a:latin typeface="Arial"/>
            </a:endParaRPr>
          </a:p>
        </p:txBody>
      </p:sp>
      <p:sp>
        <p:nvSpPr>
          <p:cNvPr id="696" name="TextShape 14"/>
          <p:cNvSpPr txBox="1"/>
          <p:nvPr/>
        </p:nvSpPr>
        <p:spPr>
          <a:xfrm>
            <a:off x="3566160" y="3768480"/>
            <a:ext cx="64008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noAutofit/>
          </a:bodyPr>
          <a:p>
            <a:r>
              <a:rPr b="1" lang="en-US" sz="1200" spc="-1" strike="noStrike">
                <a:solidFill>
                  <a:srgbClr val="800080"/>
                </a:solidFill>
                <a:highlight>
                  <a:srgbClr val="ffff00"/>
                </a:highlight>
                <a:latin typeface="Arial"/>
              </a:rPr>
              <a:t>BT100</a:t>
            </a:r>
            <a:endParaRPr b="1" lang="en-US" sz="1200" spc="-1" strike="noStrike">
              <a:solidFill>
                <a:srgbClr val="800080"/>
              </a:solidFill>
              <a:highlight>
                <a:srgbClr val="ffff00"/>
              </a:highlight>
              <a:latin typeface="Arial"/>
            </a:endParaRPr>
          </a:p>
        </p:txBody>
      </p:sp>
      <p:sp>
        <p:nvSpPr>
          <p:cNvPr id="697" name="TextShape 15"/>
          <p:cNvSpPr txBox="1"/>
          <p:nvPr/>
        </p:nvSpPr>
        <p:spPr>
          <a:xfrm>
            <a:off x="3108960" y="4389120"/>
            <a:ext cx="914400" cy="25956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800080"/>
                </a:solidFill>
                <a:highlight>
                  <a:srgbClr val="ffff00"/>
                </a:highlight>
                <a:latin typeface="Times New Roman"/>
              </a:rPr>
              <a:t>Attenuator</a:t>
            </a:r>
            <a:endParaRPr b="1" lang="en-US" sz="1200" spc="-1" strike="noStrike">
              <a:solidFill>
                <a:srgbClr val="800080"/>
              </a:solidFill>
              <a:highlight>
                <a:srgbClr val="ffff00"/>
              </a:highlight>
              <a:latin typeface="Arial"/>
            </a:endParaRPr>
          </a:p>
        </p:txBody>
      </p:sp>
      <p:sp>
        <p:nvSpPr>
          <p:cNvPr id="698" name="CustomShape 16"/>
          <p:cNvSpPr/>
          <p:nvPr/>
        </p:nvSpPr>
        <p:spPr>
          <a:xfrm rot="15928200">
            <a:off x="3260160" y="4157280"/>
            <a:ext cx="365760" cy="91440"/>
          </a:xfrm>
          <a:custGeom>
            <a:avLst/>
            <a:gdLst/>
            <a:ahLst/>
            <a:rect l="0" t="0" r="r" b="b"/>
            <a:pathLst>
              <a:path w="1017" h="257">
                <a:moveTo>
                  <a:pt x="0" y="63"/>
                </a:moveTo>
                <a:lnTo>
                  <a:pt x="761" y="63"/>
                </a:lnTo>
                <a:lnTo>
                  <a:pt x="761" y="0"/>
                </a:lnTo>
                <a:lnTo>
                  <a:pt x="1016" y="127"/>
                </a:lnTo>
                <a:lnTo>
                  <a:pt x="761" y="256"/>
                </a:lnTo>
                <a:lnTo>
                  <a:pt x="761" y="192"/>
                </a:lnTo>
                <a:lnTo>
                  <a:pt x="0" y="192"/>
                </a:lnTo>
                <a:lnTo>
                  <a:pt x="0" y="63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699" name="TextShape 17"/>
          <p:cNvSpPr txBox="1"/>
          <p:nvPr/>
        </p:nvSpPr>
        <p:spPr>
          <a:xfrm>
            <a:off x="4572000" y="3200400"/>
            <a:ext cx="1371600" cy="5137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noAutofit/>
          </a:bodyPr>
          <a:p>
            <a:r>
              <a:rPr b="1" lang="en-US" sz="1500" spc="-1" strike="noStrike">
                <a:solidFill>
                  <a:srgbClr val="800080"/>
                </a:solidFill>
                <a:highlight>
                  <a:srgbClr val="ffff00"/>
                </a:highlight>
                <a:latin typeface="Arial"/>
              </a:rPr>
              <a:t>Directional</a:t>
            </a:r>
            <a:endParaRPr b="1" lang="en-US" sz="1500" spc="-1" strike="noStrike">
              <a:solidFill>
                <a:srgbClr val="800080"/>
              </a:solidFill>
              <a:highlight>
                <a:srgbClr val="ffff00"/>
              </a:highlight>
              <a:latin typeface="Arial"/>
            </a:endParaRPr>
          </a:p>
          <a:p>
            <a:r>
              <a:rPr b="1" lang="en-US" sz="1500" spc="-1" strike="noStrike">
                <a:solidFill>
                  <a:srgbClr val="800080"/>
                </a:solidFill>
                <a:highlight>
                  <a:srgbClr val="ffff00"/>
                </a:highlight>
                <a:latin typeface="Arial"/>
              </a:rPr>
              <a:t>Coupler</a:t>
            </a:r>
            <a:endParaRPr b="1" lang="en-US" sz="1500" spc="-1" strike="noStrike">
              <a:solidFill>
                <a:srgbClr val="800080"/>
              </a:solidFill>
              <a:highlight>
                <a:srgbClr val="ffff00"/>
              </a:highlight>
              <a:latin typeface="Arial"/>
            </a:endParaRPr>
          </a:p>
        </p:txBody>
      </p:sp>
      <p:sp>
        <p:nvSpPr>
          <p:cNvPr id="700" name="TextShape 18"/>
          <p:cNvSpPr txBox="1"/>
          <p:nvPr/>
        </p:nvSpPr>
        <p:spPr>
          <a:xfrm>
            <a:off x="8388000" y="3966120"/>
            <a:ext cx="64008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noAutofit/>
          </a:bodyPr>
          <a:p>
            <a:r>
              <a:rPr b="1" lang="en-US" sz="1200" spc="-1" strike="noStrike">
                <a:solidFill>
                  <a:srgbClr val="800080"/>
                </a:solidFill>
                <a:highlight>
                  <a:srgbClr val="ffff00"/>
                </a:highlight>
                <a:latin typeface="Arial"/>
              </a:rPr>
              <a:t>BT200</a:t>
            </a:r>
            <a:endParaRPr b="1" lang="en-US" sz="1200" spc="-1" strike="noStrike">
              <a:solidFill>
                <a:srgbClr val="800080"/>
              </a:solidFill>
              <a:highlight>
                <a:srgbClr val="ffff00"/>
              </a:highlight>
              <a:latin typeface="Arial"/>
            </a:endParaRPr>
          </a:p>
        </p:txBody>
      </p:sp>
      <p:sp>
        <p:nvSpPr>
          <p:cNvPr id="701" name="TextShape 19"/>
          <p:cNvSpPr txBox="1"/>
          <p:nvPr/>
        </p:nvSpPr>
        <p:spPr>
          <a:xfrm>
            <a:off x="9576720" y="3951360"/>
            <a:ext cx="64008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noAutofit/>
          </a:bodyPr>
          <a:p>
            <a:r>
              <a:rPr b="1" lang="en-US" sz="1200" spc="-1" strike="noStrike">
                <a:solidFill>
                  <a:srgbClr val="800080"/>
                </a:solidFill>
                <a:highlight>
                  <a:srgbClr val="ffff00"/>
                </a:highlight>
                <a:latin typeface="Arial"/>
              </a:rPr>
              <a:t>BT100</a:t>
            </a:r>
            <a:endParaRPr b="1" lang="en-US" sz="1200" spc="-1" strike="noStrike">
              <a:solidFill>
                <a:srgbClr val="800080"/>
              </a:solidFill>
              <a:highlight>
                <a:srgbClr val="ffff00"/>
              </a:highlight>
              <a:latin typeface="Arial"/>
            </a:endParaRPr>
          </a:p>
        </p:txBody>
      </p:sp>
      <p:sp>
        <p:nvSpPr>
          <p:cNvPr id="702" name="TextShape 20"/>
          <p:cNvSpPr txBox="1"/>
          <p:nvPr/>
        </p:nvSpPr>
        <p:spPr>
          <a:xfrm>
            <a:off x="8961120" y="4312440"/>
            <a:ext cx="914400" cy="25956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800080"/>
                </a:solidFill>
                <a:highlight>
                  <a:srgbClr val="ffff00"/>
                </a:highlight>
                <a:latin typeface="Times New Roman"/>
              </a:rPr>
              <a:t>Attenuator</a:t>
            </a:r>
            <a:endParaRPr b="1" lang="en-US" sz="1200" spc="-1" strike="noStrike">
              <a:solidFill>
                <a:srgbClr val="800080"/>
              </a:solidFill>
              <a:highlight>
                <a:srgbClr val="ffff00"/>
              </a:highlight>
              <a:latin typeface="Arial"/>
            </a:endParaRPr>
          </a:p>
        </p:txBody>
      </p:sp>
      <p:sp>
        <p:nvSpPr>
          <p:cNvPr id="703" name="TextShape 21"/>
          <p:cNvSpPr txBox="1"/>
          <p:nvPr/>
        </p:nvSpPr>
        <p:spPr>
          <a:xfrm>
            <a:off x="8631360" y="3383280"/>
            <a:ext cx="1188720" cy="30384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noAutofit/>
          </a:bodyPr>
          <a:p>
            <a:r>
              <a:rPr b="1" lang="en-US" sz="800" spc="-1" strike="noStrike">
                <a:solidFill>
                  <a:srgbClr val="800080"/>
                </a:solidFill>
                <a:highlight>
                  <a:srgbClr val="ffff00"/>
                </a:highlight>
                <a:latin typeface="Arial"/>
              </a:rPr>
              <a:t>TX2  RX2  RX1  TX1</a:t>
            </a:r>
            <a:endParaRPr b="1" lang="en-US" sz="800" spc="-1" strike="noStrike">
              <a:solidFill>
                <a:srgbClr val="800080"/>
              </a:solidFill>
              <a:highlight>
                <a:srgbClr val="ffff00"/>
              </a:highlight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04" name="Table 1"/>
          <p:cNvGraphicFramePr/>
          <p:nvPr/>
        </p:nvGraphicFramePr>
        <p:xfrm>
          <a:off x="574200" y="1354320"/>
          <a:ext cx="11025720" cy="1970640"/>
        </p:xfrm>
        <a:graphic>
          <a:graphicData uri="http://schemas.openxmlformats.org/drawingml/2006/table">
            <a:tbl>
              <a:tblPr/>
              <a:tblGrid>
                <a:gridCol w="1268280"/>
                <a:gridCol w="994320"/>
                <a:gridCol w="1270080"/>
                <a:gridCol w="2080440"/>
                <a:gridCol w="5412960"/>
              </a:tblGrid>
              <a:tr h="304920"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latin typeface="Times New Roman"/>
                        </a:rPr>
                        <a:t>Library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latin typeface="Times New Roman"/>
                        </a:rPr>
                        <a:t>Version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latin typeface="Times New Roman"/>
                        </a:rPr>
                        <a:t>Licensing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latin typeface="Times New Roman"/>
                        </a:rPr>
                        <a:t>Purpose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latin typeface="Times New Roman"/>
                        </a:rPr>
                        <a:t>Link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274320"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libbladeRF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2.5.0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LGPLv2.1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BladeRF A4 api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https://github.com/Nuand/bladeRF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286560"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GNURadio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3.10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GPLv3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SDR development kit 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https://github.com/gnuradio/gnuradio/tree/main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282240"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volk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2.4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GPLv3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The Vector Optimized Library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https://github.com/gnuradio/volk/tree/main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274320"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Arial"/>
                        </a:rPr>
                        <a:t>Python3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3.11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PSF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274320"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Arial"/>
                        </a:rPr>
                        <a:t>numpy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1.17.4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MIT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https://github.com/numpy/numpy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274320"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Arial"/>
                        </a:rPr>
                        <a:t>scipy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1.3.3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MIT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https://github.com/scipy/scipy/tree/main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</a:tbl>
          </a:graphicData>
        </a:graphic>
      </p:graphicFrame>
      <p:sp>
        <p:nvSpPr>
          <p:cNvPr id="705" name="CustomShape 2"/>
          <p:cNvSpPr/>
          <p:nvPr/>
        </p:nvSpPr>
        <p:spPr>
          <a:xfrm>
            <a:off x="544680" y="427680"/>
            <a:ext cx="11361240" cy="474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en-LU" sz="2400" spc="-1" strike="noStrike">
                <a:solidFill>
                  <a:srgbClr val="000000"/>
                </a:solidFill>
                <a:latin typeface="Arial"/>
                <a:ea typeface="DejaVu Sans"/>
              </a:rPr>
              <a:t>Software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06" name="CustomShape 3"/>
          <p:cNvSpPr/>
          <p:nvPr/>
        </p:nvSpPr>
        <p:spPr>
          <a:xfrm>
            <a:off x="543600" y="151200"/>
            <a:ext cx="4872240" cy="229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800" spc="-1" strike="noStrike">
                <a:solidFill>
                  <a:srgbClr val="808080"/>
                </a:solidFill>
                <a:latin typeface="Arial Black"/>
                <a:ea typeface="DejaVu Sans"/>
              </a:rPr>
              <a:t>Ground penetrating radar – SDR implementation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707" name="CustomShape 4"/>
          <p:cNvSpPr/>
          <p:nvPr/>
        </p:nvSpPr>
        <p:spPr>
          <a:xfrm>
            <a:off x="543600" y="916200"/>
            <a:ext cx="11361240" cy="330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DejaVu Sans"/>
              </a:rPr>
              <a:t>List of Dependencies</a:t>
            </a: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708" name="CustomShape 5"/>
          <p:cNvSpPr/>
          <p:nvPr/>
        </p:nvSpPr>
        <p:spPr>
          <a:xfrm>
            <a:off x="457200" y="3474720"/>
            <a:ext cx="11361240" cy="330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DejaVu Sans"/>
              </a:rPr>
              <a:t>Software components</a:t>
            </a: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endParaRPr b="0" lang="en-US" sz="1600" spc="-1" strike="noStrike">
              <a:latin typeface="Arial"/>
            </a:endParaRPr>
          </a:p>
        </p:txBody>
      </p:sp>
      <p:graphicFrame>
        <p:nvGraphicFramePr>
          <p:cNvPr id="709" name="Table 6"/>
          <p:cNvGraphicFramePr/>
          <p:nvPr/>
        </p:nvGraphicFramePr>
        <p:xfrm>
          <a:off x="545400" y="3864240"/>
          <a:ext cx="11025720" cy="2594880"/>
        </p:xfrm>
        <a:graphic>
          <a:graphicData uri="http://schemas.openxmlformats.org/drawingml/2006/table">
            <a:tbl>
              <a:tblPr/>
              <a:tblGrid>
                <a:gridCol w="1543320"/>
                <a:gridCol w="986040"/>
                <a:gridCol w="1003320"/>
                <a:gridCol w="1394640"/>
                <a:gridCol w="6098760"/>
              </a:tblGrid>
              <a:tr h="349560"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latin typeface="Times New Roman"/>
                        </a:rPr>
                        <a:t>Module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latin typeface="Times New Roman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latin typeface="Times New Roman"/>
                        </a:rPr>
                        <a:t>Language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latin typeface="Times New Roman"/>
                        </a:rPr>
                        <a:t>DIR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400" spc="-1" strike="noStrike">
                          <a:latin typeface="Times New Roman"/>
                        </a:rPr>
                        <a:t>Functions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349560"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bladerfRadarBurst_cc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Developed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c++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lib/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Control bladeRF to transmit CW in different frequencies and receive echo signals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49560"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rawSignalSink_cc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Developed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c++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lib/ 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Recording raw samples of echo signals to binary file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390600"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rangeProfileSink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Developed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python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python/sfcwRadar/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Recording range profile to json file, add gps tags (currently pseudo gps)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349560"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radarTxRxSimulator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Developed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python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python/sfcwRadar/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A simulator to test the signal processing algorithm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349560"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c9211e"/>
                          </a:solidFill>
                          <a:latin typeface="Arial"/>
                        </a:rPr>
                        <a:t>clutterRemover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c9211e"/>
                          </a:solidFill>
                          <a:latin typeface="Times New Roman"/>
                        </a:rPr>
                        <a:t>Developing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c9211e"/>
                          </a:solidFill>
                          <a:latin typeface="Times New Roman"/>
                        </a:rPr>
                        <a:t>python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c9211e"/>
                          </a:solidFill>
                          <a:latin typeface="Times New Roman"/>
                        </a:rPr>
                        <a:t>script/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solidFill>
                            <a:srgbClr val="c9211e"/>
                          </a:solidFill>
                          <a:latin typeface="Times New Roman"/>
                        </a:rPr>
                        <a:t>Remove ground clutter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456840"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sfcwRadarGui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Developed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python+grc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gui/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pc="-1" strike="noStrike">
                          <a:latin typeface="Times New Roman"/>
                        </a:rPr>
                        <a:t>The graph user interface of the ground penetrating radar. Use it for data collection or onsite survey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CustomShape 1"/>
          <p:cNvSpPr/>
          <p:nvPr/>
        </p:nvSpPr>
        <p:spPr>
          <a:xfrm>
            <a:off x="544680" y="427680"/>
            <a:ext cx="11361240" cy="474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en-LU" sz="2400" spc="-1" strike="noStrike">
                <a:solidFill>
                  <a:srgbClr val="000000"/>
                </a:solidFill>
                <a:latin typeface="Arial"/>
                <a:ea typeface="DejaVu Sans"/>
              </a:rPr>
              <a:t>Software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11" name="CustomShape 2"/>
          <p:cNvSpPr/>
          <p:nvPr/>
        </p:nvSpPr>
        <p:spPr>
          <a:xfrm>
            <a:off x="543600" y="151200"/>
            <a:ext cx="4872240" cy="229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800" spc="-1" strike="noStrike">
                <a:solidFill>
                  <a:srgbClr val="808080"/>
                </a:solidFill>
                <a:latin typeface="Arial Black"/>
                <a:ea typeface="DejaVu Sans"/>
              </a:rPr>
              <a:t>Ground penetrating </a:t>
            </a:r>
            <a:r>
              <a:rPr b="0" lang="en-GB" sz="800" spc="-1" strike="noStrike">
                <a:solidFill>
                  <a:srgbClr val="808080"/>
                </a:solidFill>
                <a:latin typeface="Arial Black"/>
                <a:ea typeface="DejaVu Sans"/>
              </a:rPr>
              <a:t>radar – SDR </a:t>
            </a:r>
            <a:r>
              <a:rPr b="0" lang="en-GB" sz="800" spc="-1" strike="noStrike">
                <a:solidFill>
                  <a:srgbClr val="808080"/>
                </a:solidFill>
                <a:latin typeface="Arial Black"/>
                <a:ea typeface="DejaVu Sans"/>
              </a:rPr>
              <a:t>implementation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712" name="CustomShape 3"/>
          <p:cNvSpPr/>
          <p:nvPr/>
        </p:nvSpPr>
        <p:spPr>
          <a:xfrm>
            <a:off x="543600" y="916200"/>
            <a:ext cx="11361240" cy="330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DejaVu Sans"/>
              </a:rPr>
              <a:t>Operation </a:t>
            </a: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DejaVu Sans"/>
              </a:rPr>
              <a:t>guidance – </a:t>
            </a: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DejaVu Sans"/>
              </a:rPr>
              <a:t>open radar </a:t>
            </a: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DejaVu Sans"/>
              </a:rPr>
              <a:t>GUI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713" name="CustomShape 4"/>
          <p:cNvSpPr/>
          <p:nvPr/>
        </p:nvSpPr>
        <p:spPr>
          <a:xfrm>
            <a:off x="457200" y="2092320"/>
            <a:ext cx="5464440" cy="1508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marL="228600" indent="-2278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AutoNum type="arabicParenR"/>
            </a:pPr>
            <a:endParaRPr b="0" lang="en-US" sz="18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AutoNum type="arabicParenR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Connect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Radar to the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host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computer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using USB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3.0 cable</a:t>
            </a:r>
            <a:endParaRPr b="0" lang="en-US" sz="16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AutoNum type="arabicParenR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Open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terminal,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input the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following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cmds:</a:t>
            </a:r>
            <a:endParaRPr b="0" lang="en-US" sz="1600" spc="-1" strike="noStrike"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StarSymbol"/>
              <a:buAutoNum type="arabicParenR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cd gr-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sfcwRada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r/gui</a:t>
            </a:r>
            <a:endParaRPr b="0" lang="en-US" sz="1600" spc="-1" strike="noStrike"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StarSymbol"/>
              <a:buAutoNum type="arabicParenR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gnuradio-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companio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n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sfcwRada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rGUI.grc</a:t>
            </a:r>
            <a:endParaRPr b="0" lang="en-US" sz="1600" spc="-1" strike="noStrike">
              <a:latin typeface="Arial"/>
            </a:endParaRPr>
          </a:p>
        </p:txBody>
      </p:sp>
      <p:pic>
        <p:nvPicPr>
          <p:cNvPr id="714" name="" descr=""/>
          <p:cNvPicPr/>
          <p:nvPr/>
        </p:nvPicPr>
        <p:blipFill>
          <a:blip r:embed="rId1"/>
          <a:stretch/>
        </p:blipFill>
        <p:spPr>
          <a:xfrm>
            <a:off x="5852160" y="1246680"/>
            <a:ext cx="5581800" cy="378468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CustomShape 1"/>
          <p:cNvSpPr/>
          <p:nvPr/>
        </p:nvSpPr>
        <p:spPr>
          <a:xfrm>
            <a:off x="544680" y="427680"/>
            <a:ext cx="11361240" cy="474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en-LU" sz="2400" spc="-1" strike="noStrike">
                <a:solidFill>
                  <a:srgbClr val="000000"/>
                </a:solidFill>
                <a:latin typeface="Arial"/>
                <a:ea typeface="DejaVu Sans"/>
              </a:rPr>
              <a:t>Software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16" name="CustomShape 2"/>
          <p:cNvSpPr/>
          <p:nvPr/>
        </p:nvSpPr>
        <p:spPr>
          <a:xfrm>
            <a:off x="543600" y="151200"/>
            <a:ext cx="4872240" cy="229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800" spc="-1" strike="noStrike">
                <a:solidFill>
                  <a:srgbClr val="808080"/>
                </a:solidFill>
                <a:latin typeface="Arial Black"/>
                <a:ea typeface="DejaVu Sans"/>
              </a:rPr>
              <a:t>Ground penetrating radar – SDR implementation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717" name="CustomShape 3"/>
          <p:cNvSpPr/>
          <p:nvPr/>
        </p:nvSpPr>
        <p:spPr>
          <a:xfrm>
            <a:off x="543600" y="916200"/>
            <a:ext cx="11361240" cy="330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DejaVu Sans"/>
              </a:rPr>
              <a:t>Operation guidance – </a:t>
            </a: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DejaVu Sans"/>
              </a:rPr>
              <a:t>initialise radar</a:t>
            </a:r>
            <a:endParaRPr b="0" lang="en-US" sz="1600" spc="-1" strike="noStrike">
              <a:latin typeface="Arial"/>
            </a:endParaRPr>
          </a:p>
        </p:txBody>
      </p:sp>
      <p:pic>
        <p:nvPicPr>
          <p:cNvPr id="718" name="" descr=""/>
          <p:cNvPicPr/>
          <p:nvPr/>
        </p:nvPicPr>
        <p:blipFill>
          <a:blip r:embed="rId1"/>
          <a:stretch/>
        </p:blipFill>
        <p:spPr>
          <a:xfrm>
            <a:off x="1463040" y="1188720"/>
            <a:ext cx="9326880" cy="5029200"/>
          </a:xfrm>
          <a:prstGeom prst="rect">
            <a:avLst/>
          </a:prstGeom>
          <a:ln>
            <a:noFill/>
          </a:ln>
        </p:spPr>
      </p:pic>
      <p:sp>
        <p:nvSpPr>
          <p:cNvPr id="719" name="TextShape 4"/>
          <p:cNvSpPr txBox="1"/>
          <p:nvPr/>
        </p:nvSpPr>
        <p:spPr>
          <a:xfrm>
            <a:off x="4846320" y="659520"/>
            <a:ext cx="281880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solidFill>
                  <a:srgbClr val="c9211e"/>
                </a:solidFill>
                <a:latin typeface="Arial"/>
              </a:rPr>
              <a:t>Click here to run the radar</a:t>
            </a:r>
            <a:endParaRPr b="0" lang="en-US" sz="1800" spc="-1" strike="noStrike">
              <a:solidFill>
                <a:srgbClr val="c9211e"/>
              </a:solidFill>
              <a:latin typeface="Arial"/>
            </a:endParaRPr>
          </a:p>
        </p:txBody>
      </p:sp>
      <p:sp>
        <p:nvSpPr>
          <p:cNvPr id="720" name="CustomShape 5"/>
          <p:cNvSpPr/>
          <p:nvPr/>
        </p:nvSpPr>
        <p:spPr>
          <a:xfrm rot="7293600">
            <a:off x="4915080" y="1225080"/>
            <a:ext cx="574560" cy="110880"/>
          </a:xfrm>
          <a:custGeom>
            <a:avLst/>
            <a:gdLst/>
            <a:ahLst/>
            <a:rect l="0" t="0" r="r" b="b"/>
            <a:pathLst>
              <a:path w="1599" h="310">
                <a:moveTo>
                  <a:pt x="0" y="78"/>
                </a:moveTo>
                <a:lnTo>
                  <a:pt x="1197" y="77"/>
                </a:lnTo>
                <a:lnTo>
                  <a:pt x="1198" y="0"/>
                </a:lnTo>
                <a:lnTo>
                  <a:pt x="1598" y="153"/>
                </a:lnTo>
                <a:lnTo>
                  <a:pt x="1198" y="309"/>
                </a:lnTo>
                <a:lnTo>
                  <a:pt x="1198" y="230"/>
                </a:lnTo>
                <a:lnTo>
                  <a:pt x="1" y="231"/>
                </a:lnTo>
                <a:lnTo>
                  <a:pt x="0" y="78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721" name="TextShape 6"/>
          <p:cNvSpPr txBox="1"/>
          <p:nvPr/>
        </p:nvSpPr>
        <p:spPr>
          <a:xfrm>
            <a:off x="3566160" y="2011680"/>
            <a:ext cx="2591640" cy="346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800" spc="-1" strike="noStrike">
                <a:solidFill>
                  <a:srgbClr val="c9211e"/>
                </a:solidFill>
                <a:latin typeface="Arial"/>
              </a:rPr>
              <a:t>Parameters of the radar</a:t>
            </a:r>
            <a:endParaRPr b="0" lang="en-US" sz="1800" spc="-1" strike="noStrike">
              <a:solidFill>
                <a:srgbClr val="c9211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CustomShape 1"/>
          <p:cNvSpPr/>
          <p:nvPr/>
        </p:nvSpPr>
        <p:spPr>
          <a:xfrm>
            <a:off x="544680" y="427680"/>
            <a:ext cx="11361240" cy="474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en-LU" sz="2400" spc="-1" strike="noStrike">
                <a:solidFill>
                  <a:srgbClr val="000000"/>
                </a:solidFill>
                <a:latin typeface="Arial"/>
                <a:ea typeface="DejaVu Sans"/>
              </a:rPr>
              <a:t>Softwa</a:t>
            </a:r>
            <a:r>
              <a:rPr b="1" lang="en-LU" sz="2400" spc="-1" strike="noStrike">
                <a:solidFill>
                  <a:srgbClr val="000000"/>
                </a:solidFill>
                <a:latin typeface="Arial"/>
                <a:ea typeface="DejaVu Sans"/>
              </a:rPr>
              <a:t>re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23" name="CustomShape 2"/>
          <p:cNvSpPr/>
          <p:nvPr/>
        </p:nvSpPr>
        <p:spPr>
          <a:xfrm>
            <a:off x="543600" y="151200"/>
            <a:ext cx="4872240" cy="229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800" spc="-1" strike="noStrike">
                <a:solidFill>
                  <a:srgbClr val="808080"/>
                </a:solidFill>
                <a:latin typeface="Arial Black"/>
                <a:ea typeface="DejaVu Sans"/>
              </a:rPr>
              <a:t>Ground penetrating radar – SDR implementation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724" name="CustomShape 3"/>
          <p:cNvSpPr/>
          <p:nvPr/>
        </p:nvSpPr>
        <p:spPr>
          <a:xfrm>
            <a:off x="543600" y="916200"/>
            <a:ext cx="11361240" cy="330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DejaVu Sans"/>
              </a:rPr>
              <a:t>Operation guidance – GUI</a:t>
            </a:r>
            <a:endParaRPr b="0" lang="en-US" sz="1600" spc="-1" strike="noStrike">
              <a:latin typeface="Arial"/>
            </a:endParaRPr>
          </a:p>
        </p:txBody>
      </p:sp>
      <p:pic>
        <p:nvPicPr>
          <p:cNvPr id="725" name="" descr=""/>
          <p:cNvPicPr/>
          <p:nvPr/>
        </p:nvPicPr>
        <p:blipFill>
          <a:blip r:embed="rId1"/>
          <a:stretch/>
        </p:blipFill>
        <p:spPr>
          <a:xfrm>
            <a:off x="1206720" y="1246680"/>
            <a:ext cx="9857520" cy="4971240"/>
          </a:xfrm>
          <a:prstGeom prst="rect">
            <a:avLst/>
          </a:prstGeom>
          <a:ln>
            <a:noFill/>
          </a:ln>
        </p:spPr>
      </p:pic>
      <p:sp>
        <p:nvSpPr>
          <p:cNvPr id="726" name="TextShape 4"/>
          <p:cNvSpPr txBox="1"/>
          <p:nvPr/>
        </p:nvSpPr>
        <p:spPr>
          <a:xfrm>
            <a:off x="1737360" y="4297680"/>
            <a:ext cx="1005840" cy="43164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200" spc="-1" strike="noStrike">
                <a:solidFill>
                  <a:srgbClr val="c9211e"/>
                </a:solidFill>
                <a:highlight>
                  <a:srgbClr val="ffff00"/>
                </a:highlight>
                <a:latin typeface="Arial"/>
              </a:rPr>
              <a:t>Metal plate echo</a:t>
            </a:r>
            <a:endParaRPr b="0" lang="en-US" sz="1200" spc="-1" strike="noStrike">
              <a:solidFill>
                <a:srgbClr val="c9211e"/>
              </a:solidFill>
              <a:highlight>
                <a:srgbClr val="ffff00"/>
              </a:highlight>
              <a:latin typeface="Arial"/>
            </a:endParaRPr>
          </a:p>
        </p:txBody>
      </p:sp>
      <p:sp>
        <p:nvSpPr>
          <p:cNvPr id="727" name="TextShape 5"/>
          <p:cNvSpPr txBox="1"/>
          <p:nvPr/>
        </p:nvSpPr>
        <p:spPr>
          <a:xfrm>
            <a:off x="2651760" y="4725360"/>
            <a:ext cx="1005840" cy="43164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200" spc="-1" strike="noStrike">
                <a:solidFill>
                  <a:srgbClr val="c9211e"/>
                </a:solidFill>
                <a:highlight>
                  <a:srgbClr val="ffff00"/>
                </a:highlight>
                <a:latin typeface="Arial"/>
              </a:rPr>
              <a:t>Ceiling echo</a:t>
            </a:r>
            <a:endParaRPr b="0" lang="en-US" sz="1200" spc="-1" strike="noStrike">
              <a:solidFill>
                <a:srgbClr val="c9211e"/>
              </a:solidFill>
              <a:highlight>
                <a:srgbClr val="ffff00"/>
              </a:highlight>
              <a:latin typeface="Arial"/>
            </a:endParaRPr>
          </a:p>
        </p:txBody>
      </p:sp>
      <p:sp>
        <p:nvSpPr>
          <p:cNvPr id="728" name="TextShape 6"/>
          <p:cNvSpPr txBox="1"/>
          <p:nvPr/>
        </p:nvSpPr>
        <p:spPr>
          <a:xfrm>
            <a:off x="5943600" y="502920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200" spc="-1" strike="noStrike">
                <a:solidFill>
                  <a:srgbClr val="c9211e"/>
                </a:solidFill>
                <a:highlight>
                  <a:srgbClr val="ffff00"/>
                </a:highlight>
                <a:latin typeface="Arial"/>
              </a:rPr>
              <a:t>a metal plate moving back and forth</a:t>
            </a:r>
            <a:endParaRPr b="0" lang="en-US" sz="1200" spc="-1" strike="noStrike">
              <a:solidFill>
                <a:srgbClr val="c9211e"/>
              </a:solidFill>
              <a:highlight>
                <a:srgbClr val="ffff00"/>
              </a:highlight>
              <a:latin typeface="Arial"/>
            </a:endParaRPr>
          </a:p>
        </p:txBody>
      </p:sp>
      <p:sp>
        <p:nvSpPr>
          <p:cNvPr id="729" name="TextShape 7"/>
          <p:cNvSpPr txBox="1"/>
          <p:nvPr/>
        </p:nvSpPr>
        <p:spPr>
          <a:xfrm>
            <a:off x="7589520" y="411480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200" spc="-1" strike="noStrike">
                <a:solidFill>
                  <a:srgbClr val="c9211e"/>
                </a:solidFill>
                <a:highlight>
                  <a:srgbClr val="ffff00"/>
                </a:highlight>
                <a:latin typeface="Arial"/>
              </a:rPr>
              <a:t>Ceiling echo</a:t>
            </a:r>
            <a:endParaRPr b="0" lang="en-US" sz="1200" spc="-1" strike="noStrike">
              <a:solidFill>
                <a:srgbClr val="c9211e"/>
              </a:solidFill>
              <a:highlight>
                <a:srgbClr val="ffff00"/>
              </a:highlight>
              <a:latin typeface="Arial"/>
            </a:endParaRPr>
          </a:p>
        </p:txBody>
      </p:sp>
      <p:sp>
        <p:nvSpPr>
          <p:cNvPr id="730" name="CustomShape 8"/>
          <p:cNvSpPr/>
          <p:nvPr/>
        </p:nvSpPr>
        <p:spPr>
          <a:xfrm rot="10806000">
            <a:off x="7315200" y="4206600"/>
            <a:ext cx="365760" cy="91440"/>
          </a:xfrm>
          <a:custGeom>
            <a:avLst/>
            <a:gdLst/>
            <a:ahLst/>
            <a:rect l="0" t="0" r="r" b="b"/>
            <a:pathLst>
              <a:path w="1018" h="256">
                <a:moveTo>
                  <a:pt x="0" y="63"/>
                </a:moveTo>
                <a:lnTo>
                  <a:pt x="762" y="63"/>
                </a:lnTo>
                <a:lnTo>
                  <a:pt x="762" y="0"/>
                </a:lnTo>
                <a:lnTo>
                  <a:pt x="1017" y="127"/>
                </a:lnTo>
                <a:lnTo>
                  <a:pt x="763" y="255"/>
                </a:lnTo>
                <a:lnTo>
                  <a:pt x="763" y="191"/>
                </a:lnTo>
                <a:lnTo>
                  <a:pt x="1" y="191"/>
                </a:lnTo>
                <a:lnTo>
                  <a:pt x="0" y="63"/>
                </a:lnTo>
              </a:path>
            </a:pathLst>
          </a:custGeom>
          <a:solidFill>
            <a:srgbClr val="bf0041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731" name="CustomShape 9"/>
          <p:cNvSpPr/>
          <p:nvPr/>
        </p:nvSpPr>
        <p:spPr>
          <a:xfrm rot="16728000">
            <a:off x="6419160" y="4673880"/>
            <a:ext cx="365760" cy="91440"/>
          </a:xfrm>
          <a:custGeom>
            <a:avLst/>
            <a:gdLst/>
            <a:ahLst/>
            <a:rect l="0" t="0" r="r" b="b"/>
            <a:pathLst>
              <a:path w="1018" h="256">
                <a:moveTo>
                  <a:pt x="0" y="64"/>
                </a:moveTo>
                <a:lnTo>
                  <a:pt x="762" y="64"/>
                </a:lnTo>
                <a:lnTo>
                  <a:pt x="761" y="0"/>
                </a:lnTo>
                <a:lnTo>
                  <a:pt x="1017" y="128"/>
                </a:lnTo>
                <a:lnTo>
                  <a:pt x="761" y="255"/>
                </a:lnTo>
                <a:lnTo>
                  <a:pt x="762" y="192"/>
                </a:lnTo>
                <a:lnTo>
                  <a:pt x="0" y="192"/>
                </a:lnTo>
                <a:lnTo>
                  <a:pt x="0" y="64"/>
                </a:lnTo>
              </a:path>
            </a:pathLst>
          </a:custGeom>
          <a:solidFill>
            <a:srgbClr val="bf0041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732" name="CustomShape 10"/>
          <p:cNvSpPr/>
          <p:nvPr/>
        </p:nvSpPr>
        <p:spPr>
          <a:xfrm rot="10789800">
            <a:off x="1737360" y="5612760"/>
            <a:ext cx="457200" cy="92880"/>
          </a:xfrm>
          <a:custGeom>
            <a:avLst/>
            <a:gdLst/>
            <a:ahLst/>
            <a:rect l="0" t="0" r="r" b="b"/>
            <a:pathLst>
              <a:path w="1272" h="260">
                <a:moveTo>
                  <a:pt x="1" y="65"/>
                </a:moveTo>
                <a:lnTo>
                  <a:pt x="954" y="64"/>
                </a:lnTo>
                <a:lnTo>
                  <a:pt x="954" y="0"/>
                </a:lnTo>
                <a:lnTo>
                  <a:pt x="1271" y="129"/>
                </a:lnTo>
                <a:lnTo>
                  <a:pt x="953" y="259"/>
                </a:lnTo>
                <a:lnTo>
                  <a:pt x="953" y="194"/>
                </a:lnTo>
                <a:lnTo>
                  <a:pt x="0" y="195"/>
                </a:lnTo>
                <a:lnTo>
                  <a:pt x="1" y="65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733" name="TextShape 11"/>
          <p:cNvSpPr txBox="1"/>
          <p:nvPr/>
        </p:nvSpPr>
        <p:spPr>
          <a:xfrm>
            <a:off x="2194560" y="55224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200" spc="-1" strike="noStrike">
                <a:latin typeface="Arial"/>
              </a:rPr>
              <a:t>Close to radar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734" name="CustomShape 12"/>
          <p:cNvSpPr/>
          <p:nvPr/>
        </p:nvSpPr>
        <p:spPr>
          <a:xfrm>
            <a:off x="5156640" y="5612040"/>
            <a:ext cx="457200" cy="91440"/>
          </a:xfrm>
          <a:custGeom>
            <a:avLst/>
            <a:gdLst/>
            <a:ahLst/>
            <a:rect l="0" t="0" r="r" b="b"/>
            <a:pathLst>
              <a:path w="1272" h="256">
                <a:moveTo>
                  <a:pt x="0" y="63"/>
                </a:moveTo>
                <a:lnTo>
                  <a:pt x="953" y="63"/>
                </a:lnTo>
                <a:lnTo>
                  <a:pt x="953" y="0"/>
                </a:lnTo>
                <a:lnTo>
                  <a:pt x="1271" y="127"/>
                </a:lnTo>
                <a:lnTo>
                  <a:pt x="953" y="255"/>
                </a:lnTo>
                <a:lnTo>
                  <a:pt x="953" y="191"/>
                </a:lnTo>
                <a:lnTo>
                  <a:pt x="0" y="191"/>
                </a:lnTo>
                <a:lnTo>
                  <a:pt x="0" y="63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735" name="TextShape 13"/>
          <p:cNvSpPr txBox="1"/>
          <p:nvPr/>
        </p:nvSpPr>
        <p:spPr>
          <a:xfrm>
            <a:off x="3948480" y="55224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200" spc="-1" strike="noStrike">
                <a:latin typeface="Arial"/>
              </a:rPr>
              <a:t>Away from radar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736" name="CustomShape 14"/>
          <p:cNvSpPr/>
          <p:nvPr/>
        </p:nvSpPr>
        <p:spPr>
          <a:xfrm rot="10789800">
            <a:off x="6309000" y="5666760"/>
            <a:ext cx="457200" cy="92880"/>
          </a:xfrm>
          <a:custGeom>
            <a:avLst/>
            <a:gdLst/>
            <a:ahLst/>
            <a:rect l="0" t="0" r="r" b="b"/>
            <a:pathLst>
              <a:path w="1272" h="260">
                <a:moveTo>
                  <a:pt x="0" y="65"/>
                </a:moveTo>
                <a:lnTo>
                  <a:pt x="953" y="64"/>
                </a:lnTo>
                <a:lnTo>
                  <a:pt x="953" y="0"/>
                </a:lnTo>
                <a:lnTo>
                  <a:pt x="1271" y="128"/>
                </a:lnTo>
                <a:lnTo>
                  <a:pt x="953" y="259"/>
                </a:lnTo>
                <a:lnTo>
                  <a:pt x="953" y="194"/>
                </a:lnTo>
                <a:lnTo>
                  <a:pt x="0" y="195"/>
                </a:lnTo>
                <a:lnTo>
                  <a:pt x="0" y="65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737" name="TextShape 15"/>
          <p:cNvSpPr txBox="1"/>
          <p:nvPr/>
        </p:nvSpPr>
        <p:spPr>
          <a:xfrm>
            <a:off x="6766560" y="557784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200" spc="-1" strike="noStrike">
                <a:latin typeface="Arial"/>
              </a:rPr>
              <a:t>Close to radar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738" name="CustomShape 16"/>
          <p:cNvSpPr/>
          <p:nvPr/>
        </p:nvSpPr>
        <p:spPr>
          <a:xfrm>
            <a:off x="10058400" y="5669280"/>
            <a:ext cx="457200" cy="91440"/>
          </a:xfrm>
          <a:custGeom>
            <a:avLst/>
            <a:gdLst/>
            <a:ahLst/>
            <a:rect l="0" t="0" r="r" b="b"/>
            <a:pathLst>
              <a:path w="1272" h="256">
                <a:moveTo>
                  <a:pt x="0" y="63"/>
                </a:moveTo>
                <a:lnTo>
                  <a:pt x="953" y="63"/>
                </a:lnTo>
                <a:lnTo>
                  <a:pt x="953" y="0"/>
                </a:lnTo>
                <a:lnTo>
                  <a:pt x="1271" y="127"/>
                </a:lnTo>
                <a:lnTo>
                  <a:pt x="953" y="255"/>
                </a:lnTo>
                <a:lnTo>
                  <a:pt x="953" y="191"/>
                </a:lnTo>
                <a:lnTo>
                  <a:pt x="0" y="191"/>
                </a:lnTo>
                <a:lnTo>
                  <a:pt x="0" y="63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739" name="TextShape 17"/>
          <p:cNvSpPr txBox="1"/>
          <p:nvPr/>
        </p:nvSpPr>
        <p:spPr>
          <a:xfrm>
            <a:off x="8778240" y="557784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200" spc="-1" strike="noStrike">
                <a:latin typeface="Arial"/>
              </a:rPr>
              <a:t>Away from radar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740" name="TextShape 18"/>
          <p:cNvSpPr txBox="1"/>
          <p:nvPr/>
        </p:nvSpPr>
        <p:spPr>
          <a:xfrm>
            <a:off x="4023360" y="6231240"/>
            <a:ext cx="1280160" cy="60228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200" spc="-1" strike="noStrike">
                <a:latin typeface="Arial"/>
              </a:rPr>
              <a:t>Click this button to scan just once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741" name="TextShape 19"/>
          <p:cNvSpPr txBox="1"/>
          <p:nvPr/>
        </p:nvSpPr>
        <p:spPr>
          <a:xfrm>
            <a:off x="6838560" y="6231240"/>
            <a:ext cx="1554480" cy="261000"/>
          </a:xfrm>
          <a:prstGeom prst="rect">
            <a:avLst/>
          </a:prstGeom>
          <a:noFill/>
          <a:ln>
            <a:noFill/>
          </a:ln>
        </p:spPr>
        <p:txBody>
          <a:bodyPr lIns="90000" rIns="90000" tIns="45000" bIns="45000">
            <a:noAutofit/>
          </a:bodyPr>
          <a:p>
            <a:r>
              <a:rPr b="0" lang="en-US" sz="1200" spc="-1" strike="noStrike">
                <a:latin typeface="Arial"/>
              </a:rPr>
              <a:t>Scan contentiously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742" name="CustomShape 20"/>
          <p:cNvSpPr/>
          <p:nvPr/>
        </p:nvSpPr>
        <p:spPr>
          <a:xfrm rot="19002600">
            <a:off x="4591440" y="6048000"/>
            <a:ext cx="488160" cy="91440"/>
          </a:xfrm>
          <a:custGeom>
            <a:avLst/>
            <a:gdLst/>
            <a:ahLst/>
            <a:rect l="0" t="0" r="r" b="b"/>
            <a:pathLst>
              <a:path w="1358" h="256">
                <a:moveTo>
                  <a:pt x="1" y="64"/>
                </a:moveTo>
                <a:lnTo>
                  <a:pt x="1017" y="63"/>
                </a:lnTo>
                <a:lnTo>
                  <a:pt x="1017" y="0"/>
                </a:lnTo>
                <a:lnTo>
                  <a:pt x="1357" y="126"/>
                </a:lnTo>
                <a:lnTo>
                  <a:pt x="1018" y="255"/>
                </a:lnTo>
                <a:lnTo>
                  <a:pt x="1018" y="191"/>
                </a:lnTo>
                <a:lnTo>
                  <a:pt x="0" y="192"/>
                </a:lnTo>
                <a:lnTo>
                  <a:pt x="1" y="64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743" name="CustomShape 21"/>
          <p:cNvSpPr/>
          <p:nvPr/>
        </p:nvSpPr>
        <p:spPr>
          <a:xfrm rot="12281400">
            <a:off x="6397560" y="6169320"/>
            <a:ext cx="488160" cy="91440"/>
          </a:xfrm>
          <a:custGeom>
            <a:avLst/>
            <a:gdLst/>
            <a:ahLst/>
            <a:rect l="0" t="0" r="r" b="b"/>
            <a:pathLst>
              <a:path w="1358" h="256">
                <a:moveTo>
                  <a:pt x="0" y="63"/>
                </a:moveTo>
                <a:lnTo>
                  <a:pt x="1017" y="62"/>
                </a:lnTo>
                <a:lnTo>
                  <a:pt x="1017" y="0"/>
                </a:lnTo>
                <a:lnTo>
                  <a:pt x="1357" y="127"/>
                </a:lnTo>
                <a:lnTo>
                  <a:pt x="1017" y="255"/>
                </a:lnTo>
                <a:lnTo>
                  <a:pt x="1017" y="191"/>
                </a:lnTo>
                <a:lnTo>
                  <a:pt x="0" y="191"/>
                </a:lnTo>
                <a:lnTo>
                  <a:pt x="0" y="63"/>
                </a:lnTo>
              </a:path>
            </a:pathLst>
          </a:custGeom>
          <a:solidFill>
            <a:srgbClr val="729fcf"/>
          </a:solidFill>
          <a:ln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CustomShape 1"/>
          <p:cNvSpPr/>
          <p:nvPr/>
        </p:nvSpPr>
        <p:spPr>
          <a:xfrm>
            <a:off x="544680" y="427680"/>
            <a:ext cx="11361240" cy="474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en-LU" sz="2400" spc="-1" strike="noStrike">
                <a:solidFill>
                  <a:srgbClr val="000000"/>
                </a:solidFill>
                <a:latin typeface="Arial"/>
                <a:ea typeface="DejaVu Sans"/>
              </a:rPr>
              <a:t>Software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45" name="CustomShape 2"/>
          <p:cNvSpPr/>
          <p:nvPr/>
        </p:nvSpPr>
        <p:spPr>
          <a:xfrm>
            <a:off x="543600" y="151200"/>
            <a:ext cx="4872240" cy="229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800" spc="-1" strike="noStrike">
                <a:solidFill>
                  <a:srgbClr val="808080"/>
                </a:solidFill>
                <a:latin typeface="Arial Black"/>
                <a:ea typeface="DejaVu Sans"/>
              </a:rPr>
              <a:t>Ground penetrating radar – SDR implementation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746" name="CustomShape 3"/>
          <p:cNvSpPr/>
          <p:nvPr/>
        </p:nvSpPr>
        <p:spPr>
          <a:xfrm>
            <a:off x="543600" y="916200"/>
            <a:ext cx="11361240" cy="330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DejaVu Sans"/>
              </a:rPr>
              <a:t>Operation guidance – data collected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747" name="CustomShape 4"/>
          <p:cNvSpPr/>
          <p:nvPr/>
        </p:nvSpPr>
        <p:spPr>
          <a:xfrm>
            <a:off x="457200" y="2282760"/>
            <a:ext cx="11247120" cy="2014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noAutofit/>
          </a:bodyPr>
          <a:p>
            <a:pPr marL="228600" indent="-2278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AutoNum type="arabicParenR"/>
            </a:pPr>
            <a:endParaRPr b="0" lang="en-US" sz="18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AutoNum type="arabicParenR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Two types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of data will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be collected</a:t>
            </a:r>
            <a:endParaRPr b="0" lang="en-US" sz="16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AutoNum type="arabicParenR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Range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profile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extracted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from each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scan will be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stored at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/</a:t>
            </a:r>
            <a:r>
              <a:rPr b="0" i="1" lang="en-US" sz="1600" spc="-1" strike="noStrike">
                <a:solidFill>
                  <a:srgbClr val="000000"/>
                </a:solidFill>
                <a:latin typeface="Arial"/>
              </a:rPr>
              <a:t>tmp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/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 in json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1600" spc="-1" strike="noStrike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AutoNum type="arabicParenR"/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Raw echo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samples of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each scan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will be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stored at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grc/ in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binary </a:t>
            </a:r>
            <a:r>
              <a:rPr b="0" lang="en-US" sz="16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55759"/>
      </a:dk2>
      <a:lt2>
        <a:srgbClr val="e7e6e6"/>
      </a:lt2>
      <a:accent1>
        <a:srgbClr val="5a227e"/>
      </a:accent1>
      <a:accent2>
        <a:srgbClr val="f13a31"/>
      </a:accent2>
      <a:accent3>
        <a:srgbClr val="009bda"/>
      </a:accent3>
      <a:accent4>
        <a:srgbClr val="d5bfe4"/>
      </a:accent4>
      <a:accent5>
        <a:srgbClr val="a42c54"/>
      </a:accent5>
      <a:accent6>
        <a:srgbClr val="a0cbe7"/>
      </a:accent6>
      <a:hlink>
        <a:srgbClr val="642982"/>
      </a:hlink>
      <a:folHlink>
        <a:srgbClr val="d5bfe4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55759"/>
      </a:dk2>
      <a:lt2>
        <a:srgbClr val="e7e6e6"/>
      </a:lt2>
      <a:accent1>
        <a:srgbClr val="5a227e"/>
      </a:accent1>
      <a:accent2>
        <a:srgbClr val="f13a31"/>
      </a:accent2>
      <a:accent3>
        <a:srgbClr val="009bda"/>
      </a:accent3>
      <a:accent4>
        <a:srgbClr val="d5bfe4"/>
      </a:accent4>
      <a:accent5>
        <a:srgbClr val="a42c54"/>
      </a:accent5>
      <a:accent6>
        <a:srgbClr val="a0cbe7"/>
      </a:accent6>
      <a:hlink>
        <a:srgbClr val="642982"/>
      </a:hlink>
      <a:folHlink>
        <a:srgbClr val="d5bfe4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55759"/>
      </a:dk2>
      <a:lt2>
        <a:srgbClr val="e7e6e6"/>
      </a:lt2>
      <a:accent1>
        <a:srgbClr val="5a227e"/>
      </a:accent1>
      <a:accent2>
        <a:srgbClr val="f13a31"/>
      </a:accent2>
      <a:accent3>
        <a:srgbClr val="009bda"/>
      </a:accent3>
      <a:accent4>
        <a:srgbClr val="d5bfe4"/>
      </a:accent4>
      <a:accent5>
        <a:srgbClr val="a42c54"/>
      </a:accent5>
      <a:accent6>
        <a:srgbClr val="a0cbe7"/>
      </a:accent6>
      <a:hlink>
        <a:srgbClr val="642982"/>
      </a:hlink>
      <a:folHlink>
        <a:srgbClr val="d5bfe4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55759"/>
      </a:dk2>
      <a:lt2>
        <a:srgbClr val="e7e6e6"/>
      </a:lt2>
      <a:accent1>
        <a:srgbClr val="5a227e"/>
      </a:accent1>
      <a:accent2>
        <a:srgbClr val="f13a31"/>
      </a:accent2>
      <a:accent3>
        <a:srgbClr val="009bda"/>
      </a:accent3>
      <a:accent4>
        <a:srgbClr val="d5bfe4"/>
      </a:accent4>
      <a:accent5>
        <a:srgbClr val="a42c54"/>
      </a:accent5>
      <a:accent6>
        <a:srgbClr val="a0cbe7"/>
      </a:accent6>
      <a:hlink>
        <a:srgbClr val="642982"/>
      </a:hlink>
      <a:folHlink>
        <a:srgbClr val="d5bfe4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55759"/>
      </a:dk2>
      <a:lt2>
        <a:srgbClr val="e7e6e6"/>
      </a:lt2>
      <a:accent1>
        <a:srgbClr val="5a227e"/>
      </a:accent1>
      <a:accent2>
        <a:srgbClr val="f13a31"/>
      </a:accent2>
      <a:accent3>
        <a:srgbClr val="009bda"/>
      </a:accent3>
      <a:accent4>
        <a:srgbClr val="d5bfe4"/>
      </a:accent4>
      <a:accent5>
        <a:srgbClr val="a42c54"/>
      </a:accent5>
      <a:accent6>
        <a:srgbClr val="a0cbe7"/>
      </a:accent6>
      <a:hlink>
        <a:srgbClr val="642982"/>
      </a:hlink>
      <a:folHlink>
        <a:srgbClr val="d5bfe4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55759"/>
      </a:dk2>
      <a:lt2>
        <a:srgbClr val="e7e6e6"/>
      </a:lt2>
      <a:accent1>
        <a:srgbClr val="5a227e"/>
      </a:accent1>
      <a:accent2>
        <a:srgbClr val="f13a31"/>
      </a:accent2>
      <a:accent3>
        <a:srgbClr val="009bda"/>
      </a:accent3>
      <a:accent4>
        <a:srgbClr val="d5bfe4"/>
      </a:accent4>
      <a:accent5>
        <a:srgbClr val="a42c54"/>
      </a:accent5>
      <a:accent6>
        <a:srgbClr val="a0cbe7"/>
      </a:accent6>
      <a:hlink>
        <a:srgbClr val="642982"/>
      </a:hlink>
      <a:folHlink>
        <a:srgbClr val="d5bfe4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55759"/>
      </a:dk2>
      <a:lt2>
        <a:srgbClr val="e7e6e6"/>
      </a:lt2>
      <a:accent1>
        <a:srgbClr val="5a227e"/>
      </a:accent1>
      <a:accent2>
        <a:srgbClr val="f13a31"/>
      </a:accent2>
      <a:accent3>
        <a:srgbClr val="009bda"/>
      </a:accent3>
      <a:accent4>
        <a:srgbClr val="d5bfe4"/>
      </a:accent4>
      <a:accent5>
        <a:srgbClr val="a42c54"/>
      </a:accent5>
      <a:accent6>
        <a:srgbClr val="a0cbe7"/>
      </a:accent6>
      <a:hlink>
        <a:srgbClr val="642982"/>
      </a:hlink>
      <a:folHlink>
        <a:srgbClr val="d5bfe4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55759"/>
      </a:dk2>
      <a:lt2>
        <a:srgbClr val="e7e6e6"/>
      </a:lt2>
      <a:accent1>
        <a:srgbClr val="5a227e"/>
      </a:accent1>
      <a:accent2>
        <a:srgbClr val="f13a31"/>
      </a:accent2>
      <a:accent3>
        <a:srgbClr val="009bda"/>
      </a:accent3>
      <a:accent4>
        <a:srgbClr val="d5bfe4"/>
      </a:accent4>
      <a:accent5>
        <a:srgbClr val="a42c54"/>
      </a:accent5>
      <a:accent6>
        <a:srgbClr val="a0cbe7"/>
      </a:accent6>
      <a:hlink>
        <a:srgbClr val="642982"/>
      </a:hlink>
      <a:folHlink>
        <a:srgbClr val="d5bfe4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55759"/>
      </a:dk2>
      <a:lt2>
        <a:srgbClr val="e7e6e6"/>
      </a:lt2>
      <a:accent1>
        <a:srgbClr val="5a227e"/>
      </a:accent1>
      <a:accent2>
        <a:srgbClr val="f13a31"/>
      </a:accent2>
      <a:accent3>
        <a:srgbClr val="009bda"/>
      </a:accent3>
      <a:accent4>
        <a:srgbClr val="d5bfe4"/>
      </a:accent4>
      <a:accent5>
        <a:srgbClr val="a42c54"/>
      </a:accent5>
      <a:accent6>
        <a:srgbClr val="a0cbe7"/>
      </a:accent6>
      <a:hlink>
        <a:srgbClr val="642982"/>
      </a:hlink>
      <a:folHlink>
        <a:srgbClr val="d5bfe4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55759"/>
      </a:dk2>
      <a:lt2>
        <a:srgbClr val="e7e6e6"/>
      </a:lt2>
      <a:accent1>
        <a:srgbClr val="5a227e"/>
      </a:accent1>
      <a:accent2>
        <a:srgbClr val="f13a31"/>
      </a:accent2>
      <a:accent3>
        <a:srgbClr val="009bda"/>
      </a:accent3>
      <a:accent4>
        <a:srgbClr val="d5bfe4"/>
      </a:accent4>
      <a:accent5>
        <a:srgbClr val="a42c54"/>
      </a:accent5>
      <a:accent6>
        <a:srgbClr val="a0cbe7"/>
      </a:accent6>
      <a:hlink>
        <a:srgbClr val="642982"/>
      </a:hlink>
      <a:folHlink>
        <a:srgbClr val="d5bfe4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55759"/>
      </a:dk2>
      <a:lt2>
        <a:srgbClr val="e7e6e6"/>
      </a:lt2>
      <a:accent1>
        <a:srgbClr val="5a227e"/>
      </a:accent1>
      <a:accent2>
        <a:srgbClr val="f13a31"/>
      </a:accent2>
      <a:accent3>
        <a:srgbClr val="009bda"/>
      </a:accent3>
      <a:accent4>
        <a:srgbClr val="d5bfe4"/>
      </a:accent4>
      <a:accent5>
        <a:srgbClr val="a42c54"/>
      </a:accent5>
      <a:accent6>
        <a:srgbClr val="a0cbe7"/>
      </a:accent6>
      <a:hlink>
        <a:srgbClr val="642982"/>
      </a:hlink>
      <a:folHlink>
        <a:srgbClr val="d5bfe4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55759"/>
      </a:dk2>
      <a:lt2>
        <a:srgbClr val="e7e6e6"/>
      </a:lt2>
      <a:accent1>
        <a:srgbClr val="5a227e"/>
      </a:accent1>
      <a:accent2>
        <a:srgbClr val="f13a31"/>
      </a:accent2>
      <a:accent3>
        <a:srgbClr val="009bda"/>
      </a:accent3>
      <a:accent4>
        <a:srgbClr val="d5bfe4"/>
      </a:accent4>
      <a:accent5>
        <a:srgbClr val="a42c54"/>
      </a:accent5>
      <a:accent6>
        <a:srgbClr val="a0cbe7"/>
      </a:accent6>
      <a:hlink>
        <a:srgbClr val="642982"/>
      </a:hlink>
      <a:folHlink>
        <a:srgbClr val="d5bfe4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55759"/>
      </a:dk2>
      <a:lt2>
        <a:srgbClr val="e7e6e6"/>
      </a:lt2>
      <a:accent1>
        <a:srgbClr val="5a227e"/>
      </a:accent1>
      <a:accent2>
        <a:srgbClr val="f13a31"/>
      </a:accent2>
      <a:accent3>
        <a:srgbClr val="009bda"/>
      </a:accent3>
      <a:accent4>
        <a:srgbClr val="d5bfe4"/>
      </a:accent4>
      <a:accent5>
        <a:srgbClr val="a42c54"/>
      </a:accent5>
      <a:accent6>
        <a:srgbClr val="a0cbe7"/>
      </a:accent6>
      <a:hlink>
        <a:srgbClr val="642982"/>
      </a:hlink>
      <a:folHlink>
        <a:srgbClr val="d5bfe4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55759"/>
      </a:dk2>
      <a:lt2>
        <a:srgbClr val="e7e6e6"/>
      </a:lt2>
      <a:accent1>
        <a:srgbClr val="5a227e"/>
      </a:accent1>
      <a:accent2>
        <a:srgbClr val="f13a31"/>
      </a:accent2>
      <a:accent3>
        <a:srgbClr val="009bda"/>
      </a:accent3>
      <a:accent4>
        <a:srgbClr val="d5bfe4"/>
      </a:accent4>
      <a:accent5>
        <a:srgbClr val="a42c54"/>
      </a:accent5>
      <a:accent6>
        <a:srgbClr val="a0cbe7"/>
      </a:accent6>
      <a:hlink>
        <a:srgbClr val="642982"/>
      </a:hlink>
      <a:folHlink>
        <a:srgbClr val="d5bfe4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55759"/>
      </a:dk2>
      <a:lt2>
        <a:srgbClr val="e7e6e6"/>
      </a:lt2>
      <a:accent1>
        <a:srgbClr val="5a227e"/>
      </a:accent1>
      <a:accent2>
        <a:srgbClr val="f13a31"/>
      </a:accent2>
      <a:accent3>
        <a:srgbClr val="009bda"/>
      </a:accent3>
      <a:accent4>
        <a:srgbClr val="d5bfe4"/>
      </a:accent4>
      <a:accent5>
        <a:srgbClr val="a42c54"/>
      </a:accent5>
      <a:accent6>
        <a:srgbClr val="a0cbe7"/>
      </a:accent6>
      <a:hlink>
        <a:srgbClr val="642982"/>
      </a:hlink>
      <a:folHlink>
        <a:srgbClr val="d5bfe4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0C733D9C6487A428B88740F3F817FE0" ma:contentTypeVersion="21" ma:contentTypeDescription="Create a new document." ma:contentTypeScope="" ma:versionID="85c7a5dff1f0661f3996a2b7e2161126">
  <xsd:schema xmlns:xsd="http://www.w3.org/2001/XMLSchema" xmlns:xs="http://www.w3.org/2001/XMLSchema" xmlns:p="http://schemas.microsoft.com/office/2006/metadata/properties" xmlns:ns2="b9887ba6-eee9-4706-bbef-3d72972728aa" xmlns:ns3="f47c8816-27ad-45f9-86d9-8ac5972dd892" targetNamespace="http://schemas.microsoft.com/office/2006/metadata/properties" ma:root="true" ma:fieldsID="5ff8336e86aef6b12ad0bcb64fd53936" ns2:_="" ns3:_="">
    <xsd:import namespace="b9887ba6-eee9-4706-bbef-3d72972728aa"/>
    <xsd:import namespace="f47c8816-27ad-45f9-86d9-8ac5972dd892"/>
    <xsd:element name="properties">
      <xsd:complexType>
        <xsd:sequence>
          <xsd:element name="documentManagement">
            <xsd:complexType>
              <xsd:all>
                <xsd:element ref="ns2:o606121503634f60aadbd34f286ff3d9" minOccurs="0"/>
                <xsd:element ref="ns2:a60e8a9bb7a5498084be0308f3b51622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lcf76f155ced4ddcb4097134ff3c332f" minOccurs="0"/>
                <xsd:element ref="ns3:MediaServiceDateTaken" minOccurs="0"/>
                <xsd:element ref="ns3:MediaServiceObjectDetectorVersions" minOccurs="0"/>
                <xsd:element ref="ns3:MediaLengthInSecond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887ba6-eee9-4706-bbef-3d72972728aa" elementFormDefault="qualified">
    <xsd:import namespace="http://schemas.microsoft.com/office/2006/documentManagement/types"/>
    <xsd:import namespace="http://schemas.microsoft.com/office/infopath/2007/PartnerControls"/>
    <xsd:element name="o606121503634f60aadbd34f286ff3d9" ma:index="8" nillable="true" ma:taxonomy="true" ma:internalName="o606121503634f60aadbd34f286ff3d9" ma:taxonomyFieldName="Document_x0020_Category" ma:displayName="Document Category" ma:readOnly="false" ma:fieldId="{86061215-0363-4f60-aadb-d34f286ff3d9}" ma:taxonomyMulti="true" ma:sspId="b1350db3-1762-4bf1-805b-8e7c55ddee46" ma:termSetId="8467628b-cc19-41c8-84de-1e197b3524fe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a60e8a9bb7a5498084be0308f3b51622" ma:index="10" nillable="true" ma:taxonomy="true" ma:internalName="a60e8a9bb7a5498084be0308f3b51622" ma:taxonomyFieldName="The_x0020_University" ma:displayName="The University" ma:readOnly="false" ma:fieldId="{a60e8a9b-b7a5-4980-84be-0308f3b51622}" ma:taxonomyMulti="true" ma:sspId="b1350db3-1762-4bf1-805b-8e7c55ddee46" ma:termSetId="d027352d-354c-4edb-9a10-0a26093ac2d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2" nillable="true" ma:displayName="Taxonomy Catch All Column" ma:hidden="true" ma:list="{06ff742b-95bc-48cb-bb7d-d83b8427127d}" ma:internalName="TaxCatchAll" ma:showField="CatchAllData" ma:web="b9887ba6-eee9-4706-bbef-3d72972728a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7c8816-27ad-45f9-86d9-8ac5972dd89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3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4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Balises d’images" ma:readOnly="false" ma:fieldId="{5cf76f15-5ced-4ddc-b409-7134ff3c332f}" ma:taxonomyMulti="true" ma:sspId="b1350db3-1762-4bf1-805b-8e7c55ddee4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21" nillable="true" ma:displayName="MediaServiceDateTaken" ma:hidden="true" ma:internalName="MediaServiceDateTaken" ma:readOnly="true">
      <xsd:simpleType>
        <xsd:restriction base="dms:Text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9887ba6-eee9-4706-bbef-3d72972728aa" xsi:nil="true"/>
    <o606121503634f60aadbd34f286ff3d9 xmlns="b9887ba6-eee9-4706-bbef-3d72972728aa">
      <Terms xmlns="http://schemas.microsoft.com/office/infopath/2007/PartnerControls"/>
    </o606121503634f60aadbd34f286ff3d9>
    <a60e8a9bb7a5498084be0308f3b51622 xmlns="b9887ba6-eee9-4706-bbef-3d72972728aa">
      <Terms xmlns="http://schemas.microsoft.com/office/infopath/2007/PartnerControls"/>
    </a60e8a9bb7a5498084be0308f3b51622>
    <lcf76f155ced4ddcb4097134ff3c332f xmlns="f47c8816-27ad-45f9-86d9-8ac5972dd892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C64FDA6-8968-4BD9-91FC-549ED86B538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9887ba6-eee9-4706-bbef-3d72972728aa"/>
    <ds:schemaRef ds:uri="f47c8816-27ad-45f9-86d9-8ac5972dd89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B863BE2-1074-453D-8C43-F08EB45BB408}">
  <ds:schemaRefs>
    <ds:schemaRef ds:uri="a6c533f7-61db-40a9-92cc-7bf39d0de398"/>
    <ds:schemaRef ds:uri="b9887ba6-eee9-4706-bbef-3d72972728aa"/>
    <ds:schemaRef ds:uri="f47c8816-27ad-45f9-86d9-8ac5972dd892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3CB98C08-2A96-4627-A7AB-076B37EB6EB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109</TotalTime>
  <Application>LibreOffice/6.4.7.2$Linux_X86_64 LibreOffice_project/40$Build-2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2024-02-16T10:12:28Z</dcterms:created>
  <dc:creator>Kerryn RAMM</dc:creator>
  <dc:description/>
  <dc:language>en-US</dc:language>
  <cp:lastModifiedBy/>
  <dcterms:modified xsi:type="dcterms:W3CDTF">2024-07-16T11:29:31Z</dcterms:modified>
  <cp:revision>47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ntentTypeId">
    <vt:lpwstr>0x01010040C733D9C6487A428B88740F3F817FE0</vt:lpwstr>
  </property>
  <property fmtid="{D5CDD505-2E9C-101B-9397-08002B2CF9AE}" pid="4" name="Document Category">
    <vt:lpwstr/>
  </property>
  <property fmtid="{D5CDD505-2E9C-101B-9397-08002B2CF9AE}" pid="5" name="HiddenSlides">
    <vt:i4>0</vt:i4>
  </property>
  <property fmtid="{D5CDD505-2E9C-101B-9397-08002B2CF9AE}" pid="6" name="HyperlinksChanged">
    <vt:bool>0</vt:bool>
  </property>
  <property fmtid="{D5CDD505-2E9C-101B-9397-08002B2CF9AE}" pid="7" name="LinksUpToDate">
    <vt:bool>0</vt:bool>
  </property>
  <property fmtid="{D5CDD505-2E9C-101B-9397-08002B2CF9AE}" pid="8" name="MediaServiceImageTags">
    <vt:lpwstr/>
  </property>
  <property fmtid="{D5CDD505-2E9C-101B-9397-08002B2CF9AE}" pid="9" name="Notes">
    <vt:i4>1</vt:i4>
  </property>
  <property fmtid="{D5CDD505-2E9C-101B-9397-08002B2CF9AE}" pid="10" name="PresentationFormat">
    <vt:lpwstr>Widescreen</vt:lpwstr>
  </property>
  <property fmtid="{D5CDD505-2E9C-101B-9397-08002B2CF9AE}" pid="11" name="ScaleCrop">
    <vt:bool>0</vt:bool>
  </property>
  <property fmtid="{D5CDD505-2E9C-101B-9397-08002B2CF9AE}" pid="12" name="ShareDoc">
    <vt:bool>0</vt:bool>
  </property>
  <property fmtid="{D5CDD505-2E9C-101B-9397-08002B2CF9AE}" pid="13" name="Slides">
    <vt:i4>22</vt:i4>
  </property>
  <property fmtid="{D5CDD505-2E9C-101B-9397-08002B2CF9AE}" pid="14" name="The University">
    <vt:lpwstr/>
  </property>
</Properties>
</file>