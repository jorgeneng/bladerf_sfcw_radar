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.xml.rels" ContentType="application/vnd.openxmlformats-package.relationships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9.xml" ContentType="application/vnd.openxmlformats-officedocument.theme+xml"/>
  <Override PartName="/ppt/theme/theme14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13.xml" ContentType="application/vnd.openxmlformats-officedocument.theme+xml"/>
  <Override PartName="/ppt/notesSlides/_rels/notesSlide17.xml.rels" ContentType="application/vnd.openxmlformats-package.relationships+xml"/>
  <Override PartName="/ppt/notesSlides/notesSlide17.xml" ContentType="application/vnd.openxmlformats-officedocument.presentationml.notesSlide+xml"/>
  <Override PartName="/ppt/_rels/presentation.xml.rels" ContentType="application/vnd.openxmlformats-package.relationships+xml"/>
  <Override PartName="/ppt/media/image56.png" ContentType="image/png"/>
  <Override PartName="/ppt/media/image55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3.png" ContentType="image/png"/>
  <Override PartName="/ppt/media/image42.png" ContentType="image/png"/>
  <Override PartName="/ppt/media/image94.jpeg" ContentType="image/jpeg"/>
  <Override PartName="/ppt/media/image41.png" ContentType="image/png"/>
  <Override PartName="/ppt/media/image40.png" ContentType="image/png"/>
  <Override PartName="/ppt/media/image39.png" ContentType="image/png"/>
  <Override PartName="/ppt/media/image37.png" ContentType="image/png"/>
  <Override PartName="/ppt/media/image34.jpeg" ContentType="image/jpeg"/>
  <Override PartName="/ppt/media/image32.png" ContentType="image/png"/>
  <Override PartName="/ppt/media/image93.jpeg" ContentType="image/jpeg"/>
  <Override PartName="/ppt/media/image31.png" ContentType="image/png"/>
  <Override PartName="/ppt/media/image2.jpeg" ContentType="image/jpeg"/>
  <Override PartName="/ppt/media/image30.png" ContentType="image/png"/>
  <Override PartName="/ppt/media/image10.jpeg" ContentType="image/jpeg"/>
  <Override PartName="/ppt/media/image38.png" ContentType="image/png"/>
  <Override PartName="/ppt/media/image8.jpeg" ContentType="image/jpeg"/>
  <Override PartName="/ppt/media/image5.png" ContentType="image/png"/>
  <Override PartName="/ppt/media/image82.png" ContentType="image/png"/>
  <Override PartName="/ppt/media/image48.png" ContentType="image/png"/>
  <Override PartName="/ppt/media/image9.jpeg" ContentType="image/jpeg"/>
  <Override PartName="/ppt/media/image11.jpeg" ContentType="image/jpeg"/>
  <Override PartName="/ppt/media/image28.jpeg" ContentType="image/jpeg"/>
  <Override PartName="/ppt/media/image12.jpeg" ContentType="image/jpeg"/>
  <Override PartName="/ppt/media/image29.jpeg" ContentType="image/jpeg"/>
  <Override PartName="/ppt/media/image7.jpeg" ContentType="image/jpeg"/>
  <Override PartName="/ppt/media/image81.png" ContentType="image/png"/>
  <Override PartName="/ppt/media/image6.jpeg" ContentType="image/jpe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27.png" ContentType="image/png"/>
  <Override PartName="/ppt/media/image33.jpeg" ContentType="image/jpeg"/>
  <Override PartName="/ppt/media/image64.png" ContentType="image/png"/>
  <Override PartName="/ppt/media/image15.jpeg" ContentType="image/jpeg"/>
  <Override PartName="/ppt/media/image65.png" ContentType="image/png"/>
  <Override PartName="/ppt/media/image66.png" ContentType="image/png"/>
  <Override PartName="/ppt/media/image70.jpeg" ContentType="image/jpeg"/>
  <Override PartName="/ppt/media/image71.jpeg" ContentType="image/jpeg"/>
  <Override PartName="/ppt/media/image72.jpeg" ContentType="image/jpeg"/>
  <Override PartName="/ppt/media/image73.png" ContentType="image/png"/>
  <Override PartName="/ppt/media/image74.png" ContentType="image/png"/>
  <Override PartName="/ppt/media/image16.jpeg" ContentType="image/jpeg"/>
  <Override PartName="/ppt/media/image75.png" ContentType="image/png"/>
  <Override PartName="/ppt/media/image67.png" ContentType="image/png"/>
  <Override PartName="/ppt/media/image91.jpeg" ContentType="image/jpeg"/>
  <Override PartName="/ppt/media/image79.png" ContentType="image/png"/>
  <Override PartName="/ppt/media/image89.png" ContentType="image/png"/>
  <Override PartName="/ppt/media/image90.png" ContentType="image/png"/>
  <Override PartName="/ppt/media/image88.png" ContentType="image/png"/>
  <Override PartName="/ppt/media/image77.png" ContentType="image/png"/>
  <Override PartName="/ppt/media/image92.jpeg" ContentType="image/jpeg"/>
  <Override PartName="/ppt/media/image80.png" ContentType="image/png"/>
  <Override PartName="/ppt/media/image76.png" ContentType="image/png"/>
  <Override PartName="/ppt/media/image87.png" ContentType="image/png"/>
  <Override PartName="/ppt/media/image86.png" ContentType="image/png"/>
  <Override PartName="/ppt/media/image83.png" ContentType="image/png"/>
  <Override PartName="/ppt/media/image78.png" ContentType="image/png"/>
  <Override PartName="/ppt/media/image24.jpeg" ContentType="image/jpeg"/>
  <Override PartName="/ppt/media/image22.png" ContentType="image/png"/>
  <Override PartName="/ppt/media/image4.wmf" ContentType="image/x-wmf"/>
  <Override PartName="/ppt/media/image59.png" ContentType="image/png"/>
  <Override PartName="/ppt/media/image19.png" ContentType="image/png"/>
  <Override PartName="/ppt/media/image84.png" ContentType="image/png"/>
  <Override PartName="/ppt/media/image17.jpeg" ContentType="image/jpeg"/>
  <Override PartName="/ppt/media/image18.jpeg" ContentType="image/jpeg"/>
  <Override PartName="/ppt/media/image14.jpeg" ContentType="image/jpeg"/>
  <Override PartName="/ppt/media/image54.png" ContentType="image/png"/>
  <Override PartName="/ppt/media/image21.png" ContentType="image/png"/>
  <Override PartName="/ppt/media/image1.jpeg" ContentType="image/jpeg"/>
  <Override PartName="/ppt/media/image35.jpeg" ContentType="image/jpeg"/>
  <Override PartName="/ppt/media/image47.png" ContentType="image/png"/>
  <Override PartName="/ppt/media/image25.wmf" ContentType="image/x-wmf"/>
  <Override PartName="/ppt/media/image68.png" ContentType="image/png"/>
  <Override PartName="/ppt/media/image85.png" ContentType="image/png"/>
  <Override PartName="/ppt/media/image23.jpeg" ContentType="image/jpeg"/>
  <Override PartName="/ppt/media/image49.png" ContentType="image/png"/>
  <Override PartName="/ppt/media/image20.png" ContentType="image/png"/>
  <Override PartName="/ppt/media/image36.jpeg" ContentType="image/jpeg"/>
  <Override PartName="/ppt/media/image57.png" ContentType="image/png"/>
  <Override PartName="/ppt/media/image26.wmf" ContentType="image/x-wmf"/>
  <Override PartName="/ppt/media/image69.png" ContentType="image/png"/>
  <Override PartName="/ppt/media/image58.png" ContentType="image/png"/>
  <Override PartName="/ppt/media/image3.wmf" ContentType="image/x-wmf"/>
  <Override PartName="/ppt/media/image13.jpeg" ContentType="image/jpeg"/>
  <Override PartName="/ppt/media/image44.png" ContentType="image/png"/>
  <Override PartName="/ppt/slideLayouts/_rels/slideLayout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5.xml.rels" ContentType="application/vnd.openxmlformats-package.relationships+xml"/>
  <Override PartName="/ppt/slideLayouts/slideLayout124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95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</a:t>
            </a:r>
            <a:r>
              <a:rPr b="0" lang="en-US" sz="4400" spc="-1" strike="noStrike">
                <a:latin typeface="Arial"/>
              </a:rPr>
              <a:t>k to </a:t>
            </a:r>
            <a:r>
              <a:rPr b="0" lang="en-US" sz="4400" spc="-1" strike="noStrike">
                <a:latin typeface="Arial"/>
              </a:rPr>
              <a:t>mo</a:t>
            </a:r>
            <a:r>
              <a:rPr b="0" lang="en-US" sz="4400" spc="-1" strike="noStrike">
                <a:latin typeface="Arial"/>
              </a:rPr>
              <a:t>ve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slid</a:t>
            </a:r>
            <a:r>
              <a:rPr b="0" lang="en-US" sz="4400" spc="-1" strike="noStrike">
                <a:latin typeface="Arial"/>
              </a:rPr>
              <a:t>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</a:t>
            </a:r>
            <a:r>
              <a:rPr b="0" lang="en-US" sz="2000" spc="-1" strike="noStrike">
                <a:latin typeface="Arial"/>
              </a:rPr>
              <a:t>edit the </a:t>
            </a:r>
            <a:r>
              <a:rPr b="0" lang="en-US" sz="2000" spc="-1" strike="noStrike">
                <a:latin typeface="Arial"/>
              </a:rPr>
              <a:t>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83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84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85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39AC6E90-5497-42A9-B0EC-6F1540D36FE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66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EE990C24-7075-49C5-92CD-D4ACA87D8C02}" type="slidenum">
              <a:rPr b="0" lang="en-LU" sz="1200" spc="-1" strike="noStrike">
                <a:solidFill>
                  <a:srgbClr val="000000"/>
                </a:solidFill>
                <a:latin typeface="Times New Roman"/>
              </a:rPr>
              <a:t>16</a:t>
            </a:fld>
            <a:endParaRPr b="0" lang="en-US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Relationship Id="rId9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1.xml"/><Relationship Id="rId14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94.xml"/><Relationship Id="rId17" Type="http://schemas.openxmlformats.org/officeDocument/2006/relationships/slideLayout" Target="../slideLayouts/slideLayout95.xml"/><Relationship Id="rId18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3.jpeg"/><Relationship Id="rId3" Type="http://schemas.openxmlformats.org/officeDocument/2006/relationships/image" Target="../media/image24.jpeg"/><Relationship Id="rId4" Type="http://schemas.openxmlformats.org/officeDocument/2006/relationships/image" Target="../media/image25.wmf"/><Relationship Id="rId5" Type="http://schemas.openxmlformats.org/officeDocument/2006/relationships/image" Target="../media/image26.wmf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8.xml"/><Relationship Id="rId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9.xml"/><Relationship Id="rId18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33.jpeg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34.jpeg"/><Relationship Id="rId3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35.jpeg"/><Relationship Id="rId3" Type="http://schemas.openxmlformats.org/officeDocument/2006/relationships/image" Target="../media/image36.jpeg"/><Relationship Id="rId4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48.xml"/><Relationship Id="rId8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53.xml"/><Relationship Id="rId13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55.xml"/><Relationship Id="rId15" Type="http://schemas.openxmlformats.org/officeDocument/2006/relationships/slideLayout" Target="../slideLayouts/slideLayout15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1" name="Picture 11" descr="A picture containing boat, sitting, water, large&#10;&#10;Description automatically generated"/>
          <p:cNvPicPr/>
          <p:nvPr/>
        </p:nvPicPr>
        <p:blipFill>
          <a:blip r:embed="rId3"/>
          <a:stretch/>
        </p:blipFill>
        <p:spPr>
          <a:xfrm>
            <a:off x="-24840" y="0"/>
            <a:ext cx="12215520" cy="6856920"/>
          </a:xfrm>
          <a:prstGeom prst="rect">
            <a:avLst/>
          </a:prstGeom>
          <a:ln>
            <a:noFill/>
          </a:ln>
        </p:spPr>
      </p:pic>
      <p:sp>
        <p:nvSpPr>
          <p:cNvPr id="2" name="CustomShape 1"/>
          <p:cNvSpPr/>
          <p:nvPr/>
        </p:nvSpPr>
        <p:spPr>
          <a:xfrm>
            <a:off x="952920" y="2551680"/>
            <a:ext cx="5060880" cy="173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DejaVu Sans"/>
              </a:rPr>
              <a:t>Interdisciplinary Centre for Security, Reliability and Trust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24840" y="5825880"/>
            <a:ext cx="12215520" cy="1417320"/>
            <a:chOff x="-24840" y="5825880"/>
            <a:chExt cx="12215520" cy="1417320"/>
          </a:xfrm>
        </p:grpSpPr>
        <p:pic>
          <p:nvPicPr>
            <p:cNvPr id="4" name="Image 5" descr="Bande_Logo_UNI_PP_right_long.eps"/>
            <p:cNvPicPr/>
            <p:nvPr/>
          </p:nvPicPr>
          <p:blipFill>
            <a:blip r:embed="rId4"/>
            <a:srcRect l="42064" t="0" r="2500" b="52663"/>
            <a:stretch/>
          </p:blipFill>
          <p:spPr>
            <a:xfrm>
              <a:off x="-24840" y="5825880"/>
              <a:ext cx="12215520" cy="1054440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CustomShape 3"/>
            <p:cNvSpPr/>
            <p:nvPr/>
          </p:nvSpPr>
          <p:spPr>
            <a:xfrm>
              <a:off x="10500840" y="5987520"/>
              <a:ext cx="959760" cy="892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6" name="Picture 10" descr=""/>
            <p:cNvPicPr/>
            <p:nvPr/>
          </p:nvPicPr>
          <p:blipFill>
            <a:blip r:embed="rId5"/>
            <a:srcRect l="0" t="22054" r="0" b="0"/>
            <a:stretch/>
          </p:blipFill>
          <p:spPr>
            <a:xfrm>
              <a:off x="10151640" y="5987520"/>
              <a:ext cx="1611360" cy="125568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7" name="Graphic 12" descr=""/>
          <p:cNvPicPr/>
          <p:nvPr/>
        </p:nvPicPr>
        <p:blipFill>
          <a:blip r:embed="rId6"/>
          <a:stretch/>
        </p:blipFill>
        <p:spPr>
          <a:xfrm>
            <a:off x="1070280" y="1386000"/>
            <a:ext cx="1255320" cy="986760"/>
          </a:xfrm>
          <a:prstGeom prst="rect">
            <a:avLst/>
          </a:prstGeom>
          <a:ln>
            <a:noFill/>
          </a:ln>
        </p:spPr>
      </p:pic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47" name="Picture 6" descr=""/>
          <p:cNvPicPr/>
          <p:nvPr/>
        </p:nvPicPr>
        <p:blipFill>
          <a:blip r:embed="rId3"/>
          <a:stretch/>
        </p:blipFill>
        <p:spPr>
          <a:xfrm flipH="1">
            <a:off x="1080" y="2336040"/>
            <a:ext cx="5480280" cy="4520880"/>
          </a:xfrm>
          <a:prstGeom prst="rect">
            <a:avLst/>
          </a:prstGeom>
          <a:ln>
            <a:noFill/>
          </a:ln>
        </p:spPr>
      </p:pic>
      <p:sp>
        <p:nvSpPr>
          <p:cNvPr id="48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CustomShape 2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CA5527C6-EB54-4C45-BF3C-7788182C6396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50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90" name="Picture 6" descr=""/>
          <p:cNvPicPr/>
          <p:nvPr/>
        </p:nvPicPr>
        <p:blipFill>
          <a:blip r:embed="rId3"/>
          <a:stretch/>
        </p:blipFill>
        <p:spPr>
          <a:xfrm flipH="1">
            <a:off x="1080" y="2336040"/>
            <a:ext cx="5480280" cy="4520880"/>
          </a:xfrm>
          <a:prstGeom prst="rect">
            <a:avLst/>
          </a:prstGeom>
          <a:ln>
            <a:noFill/>
          </a:ln>
        </p:spPr>
      </p:pic>
      <p:sp>
        <p:nvSpPr>
          <p:cNvPr id="91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CustomShape 2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A3B8293C-89EE-40B1-8538-95EC6900FEC3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93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133" name="Picture 6" descr=""/>
          <p:cNvPicPr/>
          <p:nvPr/>
        </p:nvPicPr>
        <p:blipFill>
          <a:blip r:embed="rId3"/>
          <a:stretch/>
        </p:blipFill>
        <p:spPr>
          <a:xfrm flipH="1">
            <a:off x="1080" y="2336040"/>
            <a:ext cx="5480280" cy="4520880"/>
          </a:xfrm>
          <a:prstGeom prst="rect">
            <a:avLst/>
          </a:prstGeom>
          <a:ln>
            <a:noFill/>
          </a:ln>
        </p:spPr>
      </p:pic>
      <p:sp>
        <p:nvSpPr>
          <p:cNvPr id="134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CustomShape 2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ABFBA26A-81BD-4DE5-9167-6EFC56177585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136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176" name="Picture 12" descr=""/>
          <p:cNvPicPr/>
          <p:nvPr/>
        </p:nvPicPr>
        <p:blipFill>
          <a:blip r:embed="rId3"/>
          <a:stretch/>
        </p:blipFill>
        <p:spPr>
          <a:xfrm flipH="1">
            <a:off x="1080" y="2336040"/>
            <a:ext cx="5480280" cy="4520880"/>
          </a:xfrm>
          <a:prstGeom prst="rect">
            <a:avLst/>
          </a:prstGeom>
          <a:ln>
            <a:noFill/>
          </a:ln>
        </p:spPr>
      </p:pic>
      <p:sp>
        <p:nvSpPr>
          <p:cNvPr id="177" name="CustomShape 1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B84349DA-1F33-4A50-9083-8B07439C56A7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178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9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219" name="Picture 12" descr=""/>
          <p:cNvPicPr/>
          <p:nvPr/>
        </p:nvPicPr>
        <p:blipFill>
          <a:blip r:embed="rId3"/>
          <a:stretch/>
        </p:blipFill>
        <p:spPr>
          <a:xfrm flipH="1">
            <a:off x="1080" y="2336040"/>
            <a:ext cx="5480280" cy="4520880"/>
          </a:xfrm>
          <a:prstGeom prst="rect">
            <a:avLst/>
          </a:prstGeom>
          <a:ln>
            <a:noFill/>
          </a:ln>
        </p:spPr>
      </p:pic>
      <p:sp>
        <p:nvSpPr>
          <p:cNvPr id="220" name="CustomShape 1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87756517-E148-4117-A0A9-2D4CA294E01D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221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2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</a:t>
            </a:r>
            <a:r>
              <a:rPr b="0" lang="en-US" sz="4400" spc="-1" strike="noStrike">
                <a:latin typeface="Arial"/>
              </a:rPr>
              <a:t>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262" name="Picture 6" descr=""/>
          <p:cNvPicPr/>
          <p:nvPr/>
        </p:nvPicPr>
        <p:blipFill>
          <a:blip r:embed="rId3"/>
          <a:stretch/>
        </p:blipFill>
        <p:spPr>
          <a:xfrm flipH="1">
            <a:off x="1080" y="2336040"/>
            <a:ext cx="5480280" cy="4520880"/>
          </a:xfrm>
          <a:prstGeom prst="rect">
            <a:avLst/>
          </a:prstGeom>
          <a:ln>
            <a:noFill/>
          </a:ln>
        </p:spPr>
      </p:pic>
      <p:sp>
        <p:nvSpPr>
          <p:cNvPr id="263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4" name="CustomShape 2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FDFA7FBC-3C77-4C0D-A45B-02480F72F054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265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</a:t>
            </a:r>
            <a:r>
              <a:rPr b="0" lang="en-US" sz="4400" spc="-1" strike="noStrike">
                <a:latin typeface="Arial"/>
              </a:rPr>
              <a:t>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sp>
        <p:nvSpPr>
          <p:cNvPr id="305" name="CustomShape 1"/>
          <p:cNvSpPr/>
          <p:nvPr/>
        </p:nvSpPr>
        <p:spPr>
          <a:xfrm>
            <a:off x="663120" y="3012840"/>
            <a:ext cx="3445200" cy="2119680"/>
          </a:xfrm>
          <a:prstGeom prst="rect">
            <a:avLst/>
          </a:prstGeom>
          <a:solidFill>
            <a:srgbClr val="141414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6" name="Line 2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7" name="CustomShape 3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279A6561-8C14-4E35-8925-4C2919C7B919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308" name="Line 4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9" name="CustomShape 5"/>
          <p:cNvSpPr/>
          <p:nvPr/>
        </p:nvSpPr>
        <p:spPr>
          <a:xfrm>
            <a:off x="4362120" y="3012840"/>
            <a:ext cx="3445200" cy="2119680"/>
          </a:xfrm>
          <a:prstGeom prst="rect">
            <a:avLst/>
          </a:prstGeom>
          <a:solidFill>
            <a:srgbClr val="141414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0" name="CustomShape 6"/>
          <p:cNvSpPr/>
          <p:nvPr/>
        </p:nvSpPr>
        <p:spPr>
          <a:xfrm>
            <a:off x="8081280" y="3012840"/>
            <a:ext cx="3445200" cy="2119680"/>
          </a:xfrm>
          <a:prstGeom prst="rect">
            <a:avLst/>
          </a:prstGeom>
          <a:solidFill>
            <a:srgbClr val="141414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1" name="CustomShape 7"/>
          <p:cNvSpPr/>
          <p:nvPr/>
        </p:nvSpPr>
        <p:spPr>
          <a:xfrm rot="10800000">
            <a:off x="4361760" y="3003120"/>
            <a:ext cx="3445200" cy="125280"/>
          </a:xfrm>
          <a:prstGeom prst="roundRect">
            <a:avLst>
              <a:gd name="adj" fmla="val 13031"/>
            </a:avLst>
          </a:prstGeom>
          <a:gradFill rotWithShape="0">
            <a:gsLst>
              <a:gs pos="0">
                <a:srgbClr val="992c5e"/>
              </a:gs>
              <a:gs pos="100000">
                <a:srgbClr val="582b8b"/>
              </a:gs>
            </a:gsLst>
            <a:lin ang="135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2" name="CustomShape 8"/>
          <p:cNvSpPr/>
          <p:nvPr/>
        </p:nvSpPr>
        <p:spPr>
          <a:xfrm rot="10800000">
            <a:off x="8083800" y="3006360"/>
            <a:ext cx="3445200" cy="125280"/>
          </a:xfrm>
          <a:prstGeom prst="roundRect">
            <a:avLst>
              <a:gd name="adj" fmla="val 13031"/>
            </a:avLst>
          </a:prstGeom>
          <a:gradFill rotWithShape="0">
            <a:gsLst>
              <a:gs pos="0">
                <a:srgbClr val="992c5e"/>
              </a:gs>
              <a:gs pos="100000">
                <a:srgbClr val="582b8b"/>
              </a:gs>
            </a:gsLst>
            <a:lin ang="135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13" name="Graphic 18" descr=""/>
          <p:cNvPicPr/>
          <p:nvPr/>
        </p:nvPicPr>
        <p:blipFill>
          <a:blip r:embed="rId3"/>
          <a:stretch/>
        </p:blipFill>
        <p:spPr>
          <a:xfrm>
            <a:off x="852120" y="3263400"/>
            <a:ext cx="685080" cy="685080"/>
          </a:xfrm>
          <a:prstGeom prst="rect">
            <a:avLst/>
          </a:prstGeom>
          <a:ln>
            <a:noFill/>
          </a:ln>
        </p:spPr>
      </p:pic>
      <p:pic>
        <p:nvPicPr>
          <p:cNvPr id="314" name="Picture 19" descr="A picture containing light, drawing&#10;&#10;Description automatically generated"/>
          <p:cNvPicPr/>
          <p:nvPr/>
        </p:nvPicPr>
        <p:blipFill>
          <a:blip r:embed="rId4"/>
          <a:stretch/>
        </p:blipFill>
        <p:spPr>
          <a:xfrm>
            <a:off x="8293320" y="3279240"/>
            <a:ext cx="668880" cy="668880"/>
          </a:xfrm>
          <a:prstGeom prst="rect">
            <a:avLst/>
          </a:prstGeom>
          <a:ln>
            <a:noFill/>
          </a:ln>
        </p:spPr>
      </p:pic>
      <p:pic>
        <p:nvPicPr>
          <p:cNvPr id="315" name="Picture 20" descr="A close up of a sign&#10;&#10;Description automatically generated"/>
          <p:cNvPicPr/>
          <p:nvPr/>
        </p:nvPicPr>
        <p:blipFill>
          <a:blip r:embed="rId5"/>
          <a:stretch/>
        </p:blipFill>
        <p:spPr>
          <a:xfrm>
            <a:off x="4574520" y="3201120"/>
            <a:ext cx="747360" cy="747360"/>
          </a:xfrm>
          <a:prstGeom prst="rect">
            <a:avLst/>
          </a:prstGeom>
          <a:ln>
            <a:noFill/>
          </a:ln>
        </p:spPr>
      </p:pic>
      <p:sp>
        <p:nvSpPr>
          <p:cNvPr id="316" name="CustomShape 9"/>
          <p:cNvSpPr/>
          <p:nvPr/>
        </p:nvSpPr>
        <p:spPr>
          <a:xfrm rot="10800000">
            <a:off x="662760" y="3003120"/>
            <a:ext cx="3445200" cy="125280"/>
          </a:xfrm>
          <a:prstGeom prst="roundRect">
            <a:avLst>
              <a:gd name="adj" fmla="val 13031"/>
            </a:avLst>
          </a:prstGeom>
          <a:gradFill rotWithShape="0">
            <a:gsLst>
              <a:gs pos="0">
                <a:srgbClr val="992c5e"/>
              </a:gs>
              <a:gs pos="100000">
                <a:srgbClr val="582b8b"/>
              </a:gs>
            </a:gsLst>
            <a:lin ang="135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17" name="Picture 25" descr="A picture containing drawing, food&#10;&#10;Description automatically generated"/>
          <p:cNvPicPr/>
          <p:nvPr/>
        </p:nvPicPr>
        <p:blipFill>
          <a:blip r:embed="rId6"/>
          <a:stretch/>
        </p:blipFill>
        <p:spPr>
          <a:xfrm>
            <a:off x="852840" y="3283200"/>
            <a:ext cx="685080" cy="685080"/>
          </a:xfrm>
          <a:prstGeom prst="rect">
            <a:avLst/>
          </a:prstGeom>
          <a:ln>
            <a:noFill/>
          </a:ln>
        </p:spPr>
      </p:pic>
      <p:sp>
        <p:nvSpPr>
          <p:cNvPr id="318" name="PlaceHolder 10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</a:t>
            </a:r>
            <a:r>
              <a:rPr b="0" lang="en-US" sz="4400" spc="-1" strike="noStrike">
                <a:latin typeface="Arial"/>
              </a:rPr>
              <a:t>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9" name="PlaceHolder 11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357" name="Picture 5" descr="A picture containing star, game, glass&#10;&#10;Description automatically generated"/>
          <p:cNvPicPr/>
          <p:nvPr/>
        </p:nvPicPr>
        <p:blipFill>
          <a:blip r:embed="rId3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</p:pic>
      <p:sp>
        <p:nvSpPr>
          <p:cNvPr id="358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59" name="Group 2"/>
          <p:cNvGrpSpPr/>
          <p:nvPr/>
        </p:nvGrpSpPr>
        <p:grpSpPr>
          <a:xfrm>
            <a:off x="-24840" y="5825880"/>
            <a:ext cx="12215520" cy="1417320"/>
            <a:chOff x="-24840" y="5825880"/>
            <a:chExt cx="12215520" cy="1417320"/>
          </a:xfrm>
        </p:grpSpPr>
        <p:pic>
          <p:nvPicPr>
            <p:cNvPr id="360" name="Image 5" descr="Bande_Logo_UNI_PP_right_long.eps"/>
            <p:cNvPicPr/>
            <p:nvPr/>
          </p:nvPicPr>
          <p:blipFill>
            <a:blip r:embed="rId4"/>
            <a:srcRect l="42064" t="0" r="2500" b="52663"/>
            <a:stretch/>
          </p:blipFill>
          <p:spPr>
            <a:xfrm>
              <a:off x="-24840" y="5825880"/>
              <a:ext cx="12215520" cy="1054440"/>
            </a:xfrm>
            <a:prstGeom prst="rect">
              <a:avLst/>
            </a:prstGeom>
            <a:ln>
              <a:noFill/>
            </a:ln>
          </p:spPr>
        </p:pic>
        <p:sp>
          <p:nvSpPr>
            <p:cNvPr id="361" name="CustomShape 3"/>
            <p:cNvSpPr/>
            <p:nvPr/>
          </p:nvSpPr>
          <p:spPr>
            <a:xfrm>
              <a:off x="10500840" y="5987520"/>
              <a:ext cx="959760" cy="892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362" name="Picture 11" descr=""/>
            <p:cNvPicPr/>
            <p:nvPr/>
          </p:nvPicPr>
          <p:blipFill>
            <a:blip r:embed="rId5"/>
            <a:srcRect l="0" t="22054" r="0" b="0"/>
            <a:stretch/>
          </p:blipFill>
          <p:spPr>
            <a:xfrm>
              <a:off x="10151640" y="5987520"/>
              <a:ext cx="1611360" cy="125568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363" name="Graphic 12" descr=""/>
          <p:cNvPicPr/>
          <p:nvPr/>
        </p:nvPicPr>
        <p:blipFill>
          <a:blip r:embed="rId6"/>
          <a:stretch/>
        </p:blipFill>
        <p:spPr>
          <a:xfrm>
            <a:off x="1070280" y="1386000"/>
            <a:ext cx="1255320" cy="986760"/>
          </a:xfrm>
          <a:prstGeom prst="rect">
            <a:avLst/>
          </a:prstGeom>
          <a:ln>
            <a:noFill/>
          </a:ln>
        </p:spPr>
      </p:pic>
      <p:sp>
        <p:nvSpPr>
          <p:cNvPr id="36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6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403" name="Picture 6" descr="A picture containing boat, sitting, water, large&#10;&#10;Description automatically generated"/>
          <p:cNvPicPr/>
          <p:nvPr/>
        </p:nvPicPr>
        <p:blipFill>
          <a:blip r:embed="rId3"/>
          <a:stretch/>
        </p:blipFill>
        <p:spPr>
          <a:xfrm>
            <a:off x="-86400" y="0"/>
            <a:ext cx="12277440" cy="6856920"/>
          </a:xfrm>
          <a:prstGeom prst="rect">
            <a:avLst/>
          </a:prstGeom>
          <a:ln>
            <a:noFill/>
          </a:ln>
        </p:spPr>
      </p:pic>
      <p:pic>
        <p:nvPicPr>
          <p:cNvPr id="404" name="Graphic 6" descr=""/>
          <p:cNvPicPr/>
          <p:nvPr/>
        </p:nvPicPr>
        <p:blipFill>
          <a:blip r:embed="rId4"/>
          <a:stretch/>
        </p:blipFill>
        <p:spPr>
          <a:xfrm>
            <a:off x="683640" y="1319400"/>
            <a:ext cx="2450520" cy="788760"/>
          </a:xfrm>
          <a:prstGeom prst="rect">
            <a:avLst/>
          </a:prstGeom>
          <a:ln>
            <a:noFill/>
          </a:ln>
        </p:spPr>
      </p:pic>
      <p:sp>
        <p:nvSpPr>
          <p:cNvPr id="405" name="CustomShape 1"/>
          <p:cNvSpPr/>
          <p:nvPr/>
        </p:nvSpPr>
        <p:spPr>
          <a:xfrm>
            <a:off x="913320" y="2204280"/>
            <a:ext cx="4727520" cy="146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Interdisciplinary Centre for Security, Reliability and Trust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Contact: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06" name="Picture 13" descr="A close up of a logo&#10;&#10;Description automatically generated"/>
          <p:cNvPicPr/>
          <p:nvPr/>
        </p:nvPicPr>
        <p:blipFill>
          <a:blip r:embed="rId5"/>
          <a:stretch/>
        </p:blipFill>
        <p:spPr>
          <a:xfrm>
            <a:off x="9377640" y="6323400"/>
            <a:ext cx="357120" cy="357120"/>
          </a:xfrm>
          <a:prstGeom prst="rect">
            <a:avLst/>
          </a:prstGeom>
          <a:ln>
            <a:noFill/>
          </a:ln>
        </p:spPr>
      </p:pic>
      <p:pic>
        <p:nvPicPr>
          <p:cNvPr id="407" name="Picture 14" descr="A close up of a logo&#10;&#10;Description automatically generated"/>
          <p:cNvPicPr/>
          <p:nvPr/>
        </p:nvPicPr>
        <p:blipFill>
          <a:blip r:embed="rId6"/>
          <a:stretch/>
        </p:blipFill>
        <p:spPr>
          <a:xfrm>
            <a:off x="7683480" y="6343560"/>
            <a:ext cx="317520" cy="317520"/>
          </a:xfrm>
          <a:prstGeom prst="rect">
            <a:avLst/>
          </a:prstGeom>
          <a:ln>
            <a:noFill/>
          </a:ln>
        </p:spPr>
      </p:pic>
      <p:sp>
        <p:nvSpPr>
          <p:cNvPr id="408" name="CustomShape 2"/>
          <p:cNvSpPr/>
          <p:nvPr/>
        </p:nvSpPr>
        <p:spPr>
          <a:xfrm>
            <a:off x="8013240" y="6357600"/>
            <a:ext cx="110988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GB" sz="1200" spc="-1" strike="noStrike">
                <a:solidFill>
                  <a:srgbClr val="ffffff"/>
                </a:solidFill>
                <a:latin typeface="Arial"/>
                <a:ea typeface="DejaVu Sans"/>
              </a:rPr>
              <a:t>@SnT_uni_lu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9749880" y="6280560"/>
            <a:ext cx="217512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LU" sz="1100" spc="-1" strike="noStrike">
                <a:solidFill>
                  <a:srgbClr val="ffffff"/>
                </a:solidFill>
                <a:latin typeface="Arial"/>
                <a:ea typeface="DejaVu Sans"/>
              </a:rPr>
              <a:t>SnT, Interdisciplinary Centre for 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LU" sz="1100" spc="-1" strike="noStrike">
                <a:solidFill>
                  <a:srgbClr val="ffffff"/>
                </a:solidFill>
                <a:latin typeface="Arial"/>
                <a:ea typeface="DejaVu Sans"/>
              </a:rPr>
              <a:t>Security, Reliability and Trust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0" name="CustomShape 4"/>
          <p:cNvSpPr/>
          <p:nvPr/>
        </p:nvSpPr>
        <p:spPr>
          <a:xfrm>
            <a:off x="5487480" y="6296040"/>
            <a:ext cx="194832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Connect with us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12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sp>
        <p:nvSpPr>
          <p:cNvPr id="450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1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2" name="CustomShape 3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35F94758-B0F3-4312-BA07-268D9763EC39}" type="slidenum">
              <a:rPr b="0" lang="en-US" sz="8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4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sp>
        <p:nvSpPr>
          <p:cNvPr id="492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3" name="CustomShape 2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343E8C4D-8C79-4ED8-B2B9-DA92D5D0ADEC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494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1240" cy="586440"/>
          </a:xfrm>
          <a:prstGeom prst="rect">
            <a:avLst/>
          </a:prstGeom>
          <a:ln>
            <a:noFill/>
          </a:ln>
        </p:spPr>
      </p:pic>
      <p:pic>
        <p:nvPicPr>
          <p:cNvPr id="534" name="Picture 12" descr=""/>
          <p:cNvPicPr/>
          <p:nvPr/>
        </p:nvPicPr>
        <p:blipFill>
          <a:blip r:embed="rId3"/>
          <a:stretch/>
        </p:blipFill>
        <p:spPr>
          <a:xfrm flipH="1">
            <a:off x="360" y="2336040"/>
            <a:ext cx="5481000" cy="4521600"/>
          </a:xfrm>
          <a:prstGeom prst="rect">
            <a:avLst/>
          </a:prstGeom>
          <a:ln>
            <a:noFill/>
          </a:ln>
        </p:spPr>
      </p:pic>
      <p:sp>
        <p:nvSpPr>
          <p:cNvPr id="535" name="PlaceHolder 1"/>
          <p:cNvSpPr>
            <a:spLocks noGrp="1"/>
          </p:cNvSpPr>
          <p:nvPr>
            <p:ph type="body"/>
          </p:nvPr>
        </p:nvSpPr>
        <p:spPr>
          <a:xfrm>
            <a:off x="543600" y="1444680"/>
            <a:ext cx="5464800" cy="470952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161400" y="1444680"/>
            <a:ext cx="5744520" cy="470952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CustomShape 3"/>
          <p:cNvSpPr/>
          <p:nvPr/>
        </p:nvSpPr>
        <p:spPr>
          <a:xfrm>
            <a:off x="123120" y="150840"/>
            <a:ext cx="371880" cy="21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904B6AF9-F29F-43E5-938D-A32AD45ACDD0}" type="slidenum">
              <a:rPr b="0" lang="en-US" sz="800" spc="-1" strike="noStrike">
                <a:solidFill>
                  <a:srgbClr val="808080"/>
                </a:solidFill>
                <a:latin typeface="Arial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538" name="Line 4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9" name="PlaceHolder 5"/>
          <p:cNvSpPr>
            <a:spLocks noGrp="1"/>
          </p:cNvSpPr>
          <p:nvPr>
            <p:ph type="body"/>
          </p:nvPr>
        </p:nvSpPr>
        <p:spPr>
          <a:xfrm>
            <a:off x="543600" y="151200"/>
            <a:ext cx="4873320" cy="23076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</a:rPr>
              <a:t>Section title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Line 6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1" name="PlaceHolder 7"/>
          <p:cNvSpPr>
            <a:spLocks noGrp="1"/>
          </p:cNvSpPr>
          <p:nvPr>
            <p:ph type="body"/>
          </p:nvPr>
        </p:nvSpPr>
        <p:spPr>
          <a:xfrm>
            <a:off x="544680" y="427680"/>
            <a:ext cx="11362320" cy="475920"/>
          </a:xfrm>
          <a:prstGeom prst="rect">
            <a:avLst/>
          </a:prstGeom>
        </p:spPr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</a:rPr>
              <a:t>Title in Arial bold 24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8"/>
          <p:cNvSpPr>
            <a:spLocks noGrp="1"/>
          </p:cNvSpPr>
          <p:nvPr>
            <p:ph type="body"/>
          </p:nvPr>
        </p:nvSpPr>
        <p:spPr>
          <a:xfrm>
            <a:off x="543600" y="915840"/>
            <a:ext cx="11362320" cy="331560"/>
          </a:xfrm>
          <a:prstGeom prst="rect">
            <a:avLst/>
          </a:prstGeom>
        </p:spPr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Optional: subtitle in Arial 16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9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4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slideLayout" Target="../slideLayouts/slideLayout7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uniluxembourg.sharepoint.com/:p:/s/snt/snt_internal/EQs0aQo4wDJGi9x5_RxvHksBNYct7xJMFUHXz0Qe7wh4TA?e=X3XSIq" TargetMode="Externa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slideLayout" Target="../slideLayouts/slideLayout12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slideLayout" Target="../slideLayouts/slideLayout12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slideLayout" Target="../slideLayouts/slideLayout12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0.jpeg"/><Relationship Id="rId2" Type="http://schemas.openxmlformats.org/officeDocument/2006/relationships/image" Target="../media/image71.jpeg"/><Relationship Id="rId3" Type="http://schemas.openxmlformats.org/officeDocument/2006/relationships/image" Target="../media/image72.jpeg"/><Relationship Id="rId4" Type="http://schemas.openxmlformats.org/officeDocument/2006/relationships/hyperlink" Target="https://uniluxembourg.sharepoint.com/sites/snt/snt_internal/SitePages/stockphotos.aspx" TargetMode="External"/><Relationship Id="rId5" Type="http://schemas.openxmlformats.org/officeDocument/2006/relationships/slideLayout" Target="../slideLayouts/slideLayout12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png"/><Relationship Id="rId18" Type="http://schemas.openxmlformats.org/officeDocument/2006/relationships/image" Target="../media/image90.png"/><Relationship Id="rId19" Type="http://schemas.openxmlformats.org/officeDocument/2006/relationships/slideLayout" Target="../slideLayouts/slideLayout133.xml"/><Relationship Id="rId20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1.jpeg"/><Relationship Id="rId2" Type="http://schemas.openxmlformats.org/officeDocument/2006/relationships/slideLayout" Target="../slideLayouts/slideLayout12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2.jpeg"/><Relationship Id="rId2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3.jpeg"/><Relationship Id="rId2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4.jpeg"/><Relationship Id="rId2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CustomShape 1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SFCW Radar Principle</a:t>
            </a: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7" name="CustomShape 2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88" name="CustomShape 3"/>
          <p:cNvSpPr/>
          <p:nvPr/>
        </p:nvSpPr>
        <p:spPr>
          <a:xfrm>
            <a:off x="543600" y="91584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9" name="CustomShape 4"/>
          <p:cNvSpPr/>
          <p:nvPr/>
        </p:nvSpPr>
        <p:spPr>
          <a:xfrm>
            <a:off x="544680" y="1648440"/>
            <a:ext cx="11361600" cy="452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Shape 1"/>
          <p:cNvSpPr txBox="1"/>
          <p:nvPr/>
        </p:nvSpPr>
        <p:spPr>
          <a:xfrm>
            <a:off x="543600" y="1444680"/>
            <a:ext cx="5464800" cy="47095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Stepped-frequency continuous-wave (SFCW) radar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transmits consecutive trains of sinusoidal signals at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different frequencies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The reflected signals from the targets is transformed into a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synthetic pulse in time domain using IDFT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The synthetic pulse reveal the target’s position and other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information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1" name="" descr=""/>
          <p:cNvPicPr/>
          <p:nvPr/>
        </p:nvPicPr>
        <p:blipFill>
          <a:blip r:embed="rId1"/>
          <a:stretch/>
        </p:blipFill>
        <p:spPr>
          <a:xfrm>
            <a:off x="6614280" y="1444680"/>
            <a:ext cx="4838400" cy="3950280"/>
          </a:xfrm>
          <a:prstGeom prst="rect">
            <a:avLst/>
          </a:prstGeom>
          <a:ln>
            <a:noFill/>
          </a:ln>
        </p:spPr>
      </p:pic>
      <p:sp>
        <p:nvSpPr>
          <p:cNvPr id="592" name="TextShape 2"/>
          <p:cNvSpPr txBox="1"/>
          <p:nvPr/>
        </p:nvSpPr>
        <p:spPr>
          <a:xfrm>
            <a:off x="543600" y="151200"/>
            <a:ext cx="4873320" cy="2307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indent="-3240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GB" sz="800" spc="-1" strike="noStrike">
              <a:solidFill>
                <a:srgbClr val="808080"/>
              </a:solidFill>
              <a:latin typeface="Arial Black"/>
            </a:endParaRPr>
          </a:p>
        </p:txBody>
      </p:sp>
      <p:sp>
        <p:nvSpPr>
          <p:cNvPr id="593" name="TextShape 3"/>
          <p:cNvSpPr txBox="1"/>
          <p:nvPr/>
        </p:nvSpPr>
        <p:spPr>
          <a:xfrm>
            <a:off x="544680" y="427680"/>
            <a:ext cx="11362320" cy="4759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indent="-3240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</a:rPr>
              <a:t>SFCW Radar Principle</a:t>
            </a:r>
            <a:endParaRPr b="1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Shape 4"/>
          <p:cNvSpPr txBox="1"/>
          <p:nvPr/>
        </p:nvSpPr>
        <p:spPr>
          <a:xfrm>
            <a:off x="6949440" y="5577840"/>
            <a:ext cx="4297680" cy="489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Arial"/>
              </a:rPr>
              <a:t>SFCW radar signals: a) waveform, b) frequencies adn c) spectrogram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CustomShape 1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596" name="Table 2"/>
          <p:cNvGraphicFramePr/>
          <p:nvPr/>
        </p:nvGraphicFramePr>
        <p:xfrm>
          <a:off x="426960" y="1264680"/>
          <a:ext cx="11361960" cy="4689360"/>
        </p:xfrm>
        <a:graphic>
          <a:graphicData uri="http://schemas.openxmlformats.org/drawingml/2006/table">
            <a:tbl>
              <a:tblPr/>
              <a:tblGrid>
                <a:gridCol w="2840400"/>
                <a:gridCol w="1012680"/>
                <a:gridCol w="1971720"/>
                <a:gridCol w="5537520"/>
              </a:tblGrid>
              <a:tr h="304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Components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Units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Unit price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Spec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 micro A4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540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Software defined radio with 2x2 MIMO channels. 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47MHz to 6GHz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Max sampling rate: 61.44MHz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BT-100 Bias-tee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Power amplifier (TX)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50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Typ Gain: +15.6 dB at 200 MHz, +10.7 db at 2.4 GHz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BT-200 Bias-tee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Low noise amplifier (RX)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50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Typ Gain: +20.2 db at 200 MHz, +16 db at 2.4 GHz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 2.0 micro case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PolyCarbonate case for the BladeRF micro A4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21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RFSpace TSA600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74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UWB tapered slot antenna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600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Gain: 7 to 11 dBi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ZFDC-20-50-S+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97.53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Directional Coupler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20 MHz to 2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Coupling Factor: 19.5 +/- 0.5 dB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BECEN Attenuator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11.5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-20 dB attenuator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56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SMA cables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8.5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Male to male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cm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597" name="CustomShape 3"/>
          <p:cNvSpPr/>
          <p:nvPr/>
        </p:nvSpPr>
        <p:spPr>
          <a:xfrm>
            <a:off x="543600" y="91584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BoM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98" name="CustomShape 4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CustomShape 1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00" name="CustomShape 2"/>
          <p:cNvSpPr/>
          <p:nvPr/>
        </p:nvSpPr>
        <p:spPr>
          <a:xfrm>
            <a:off x="543600" y="91584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System diagram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01" name="CustomShape 3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02" name="Line 4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Line 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4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5" name="Line 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6" name="CustomShape 8"/>
          <p:cNvSpPr/>
          <p:nvPr/>
        </p:nvSpPr>
        <p:spPr>
          <a:xfrm>
            <a:off x="433440" y="552060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1600" spc="-1" strike="noStrike">
                <a:solidFill>
                  <a:srgbClr val="c9211e"/>
                </a:solidFill>
                <a:latin typeface="Arial"/>
                <a:ea typeface="DejaVu Sans"/>
              </a:rPr>
              <a:t>CAUTION: BT100 and BT200 look similar. Do not connect them to wrong ports. BT100 must be connected wtih TX1, BT200 must be connected with RX2 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07" name="Line 9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608" name="" descr=""/>
          <p:cNvPicPr/>
          <p:nvPr/>
        </p:nvPicPr>
        <p:blipFill>
          <a:blip r:embed="rId1"/>
          <a:stretch/>
        </p:blipFill>
        <p:spPr>
          <a:xfrm>
            <a:off x="1097280" y="2011680"/>
            <a:ext cx="4388760" cy="2466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9" name="Table 1"/>
          <p:cNvGraphicFramePr/>
          <p:nvPr/>
        </p:nvGraphicFramePr>
        <p:xfrm>
          <a:off x="574200" y="1354320"/>
          <a:ext cx="11025720" cy="1970640"/>
        </p:xfrm>
        <a:graphic>
          <a:graphicData uri="http://schemas.openxmlformats.org/drawingml/2006/table">
            <a:tbl>
              <a:tblPr/>
              <a:tblGrid>
                <a:gridCol w="1268280"/>
                <a:gridCol w="994320"/>
                <a:gridCol w="1270080"/>
                <a:gridCol w="2080440"/>
                <a:gridCol w="5412960"/>
              </a:tblGrid>
              <a:tr h="304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Library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Version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Licensing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Purpose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Link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libbladeRF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2.5.0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LGPLv2.1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 A4 api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https://github.com/Nuand/bladeRF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86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GNURadio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3.10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GPLv3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SDR development kit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https://github.com/gnuradio/gnuradio/tree/main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822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volk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2.4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GPLv3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The Vector Optimized Library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https://github.com/gnuradio/volk/tree/main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Python3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3.11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PSF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numpy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1.17.4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MIT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https://github.com/numpy/numpy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scipy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1.3.3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MIT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https://github.com/scipy/scipy/tree/main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610" name="CustomShape 2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Software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1" name="CustomShape 3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12" name="CustomShape 4"/>
          <p:cNvSpPr/>
          <p:nvPr/>
        </p:nvSpPr>
        <p:spPr>
          <a:xfrm>
            <a:off x="543600" y="91620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List of Dependencies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13" name="CustomShape 5"/>
          <p:cNvSpPr/>
          <p:nvPr/>
        </p:nvSpPr>
        <p:spPr>
          <a:xfrm>
            <a:off x="457200" y="347472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Software components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latin typeface="Arial"/>
            </a:endParaRPr>
          </a:p>
        </p:txBody>
      </p:sp>
      <p:graphicFrame>
        <p:nvGraphicFramePr>
          <p:cNvPr id="614" name="Table 6"/>
          <p:cNvGraphicFramePr/>
          <p:nvPr/>
        </p:nvGraphicFramePr>
        <p:xfrm>
          <a:off x="545400" y="3864240"/>
          <a:ext cx="11025720" cy="2594880"/>
        </p:xfrm>
        <a:graphic>
          <a:graphicData uri="http://schemas.openxmlformats.org/drawingml/2006/table">
            <a:tbl>
              <a:tblPr/>
              <a:tblGrid>
                <a:gridCol w="1543320"/>
                <a:gridCol w="986040"/>
                <a:gridCol w="1003320"/>
                <a:gridCol w="1394640"/>
                <a:gridCol w="6098760"/>
              </a:tblGrid>
              <a:tr h="349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Module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Language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DIR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Functions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49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bladerfRadarBurst_cc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c++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lib/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Control bladeRF to transmit CW in different frequencies and receive echo signals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9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rawSignalSink_cc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c++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lib/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Recording raw samples of echo signals to binary file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906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rangeProfileSink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python/sfcwRadar/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Recording range profile to json file, add gps tags (currently pseudo gps)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9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radarTxRxSimulator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python/sfcwRadar/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A simulator to test the signal processing algorithm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49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9211e"/>
                          </a:solidFill>
                          <a:latin typeface="Arial"/>
                        </a:rPr>
                        <a:t>clutterRemover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9211e"/>
                          </a:solidFill>
                          <a:latin typeface="Times New Roman"/>
                        </a:rPr>
                        <a:t>Developing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9211e"/>
                          </a:solidFill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9211e"/>
                          </a:solidFill>
                          <a:latin typeface="Times New Roman"/>
                        </a:rPr>
                        <a:t>script/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9211e"/>
                          </a:solidFill>
                          <a:latin typeface="Times New Roman"/>
                        </a:rPr>
                        <a:t>Remove ground clutter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56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sfcwRadarGui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python+grc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gui/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The graph user interface of the ground penetrating radar. Use it for data collection or onsite survey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CustomShape 1"/>
          <p:cNvSpPr/>
          <p:nvPr/>
        </p:nvSpPr>
        <p:spPr>
          <a:xfrm>
            <a:off x="543600" y="1444680"/>
            <a:ext cx="5464080" cy="470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6" name="CustomShape 2"/>
          <p:cNvSpPr/>
          <p:nvPr/>
        </p:nvSpPr>
        <p:spPr>
          <a:xfrm>
            <a:off x="6161400" y="1444680"/>
            <a:ext cx="5743800" cy="470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7" name="CustomShape 3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8" name="CustomShape 4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9" name="CustomShape 5"/>
          <p:cNvSpPr/>
          <p:nvPr/>
        </p:nvSpPr>
        <p:spPr>
          <a:xfrm>
            <a:off x="543600" y="91584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1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2" name="CustomShape 3"/>
          <p:cNvSpPr/>
          <p:nvPr/>
        </p:nvSpPr>
        <p:spPr>
          <a:xfrm>
            <a:off x="7634160" y="1692360"/>
            <a:ext cx="3632760" cy="448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23" name="Picture Placeholder 13" descr=""/>
          <p:cNvPicPr/>
          <p:nvPr/>
        </p:nvPicPr>
        <p:blipFill>
          <a:blip r:embed="rId1"/>
          <a:stretch/>
        </p:blipFill>
        <p:spPr>
          <a:xfrm>
            <a:off x="846000" y="1692360"/>
            <a:ext cx="5926680" cy="2145240"/>
          </a:xfrm>
          <a:prstGeom prst="rect">
            <a:avLst/>
          </a:prstGeom>
          <a:ln>
            <a:noFill/>
          </a:ln>
        </p:spPr>
      </p:pic>
      <p:pic>
        <p:nvPicPr>
          <p:cNvPr id="624" name="Picture Placeholder 14" descr=""/>
          <p:cNvPicPr/>
          <p:nvPr/>
        </p:nvPicPr>
        <p:blipFill>
          <a:blip r:embed="rId2"/>
          <a:stretch/>
        </p:blipFill>
        <p:spPr>
          <a:xfrm>
            <a:off x="846000" y="4033800"/>
            <a:ext cx="2859480" cy="2145240"/>
          </a:xfrm>
          <a:prstGeom prst="rect">
            <a:avLst/>
          </a:prstGeom>
          <a:ln>
            <a:noFill/>
          </a:ln>
        </p:spPr>
      </p:pic>
      <p:pic>
        <p:nvPicPr>
          <p:cNvPr id="625" name="Picture Placeholder 15" descr=""/>
          <p:cNvPicPr/>
          <p:nvPr/>
        </p:nvPicPr>
        <p:blipFill>
          <a:blip r:embed="rId3"/>
          <a:stretch/>
        </p:blipFill>
        <p:spPr>
          <a:xfrm>
            <a:off x="3933720" y="4033800"/>
            <a:ext cx="2859480" cy="2145240"/>
          </a:xfrm>
          <a:prstGeom prst="rect">
            <a:avLst/>
          </a:prstGeom>
          <a:ln>
            <a:noFill/>
          </a:ln>
        </p:spPr>
      </p:pic>
      <p:sp>
        <p:nvSpPr>
          <p:cNvPr id="626" name="CustomShape 4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7" name="CustomShape 5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Title in Arial bold 24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28" name="CustomShape 6"/>
          <p:cNvSpPr/>
          <p:nvPr/>
        </p:nvSpPr>
        <p:spPr>
          <a:xfrm>
            <a:off x="543600" y="91584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9" name="CustomShape 7"/>
          <p:cNvSpPr/>
          <p:nvPr/>
        </p:nvSpPr>
        <p:spPr>
          <a:xfrm>
            <a:off x="846000" y="1692360"/>
            <a:ext cx="5926680" cy="2145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LU" sz="1800" spc="-1" strike="noStrike">
                <a:solidFill>
                  <a:srgbClr val="000000"/>
                </a:solidFill>
                <a:latin typeface="Arial"/>
                <a:ea typeface="DejaVu Sans"/>
              </a:rPr>
              <a:t>Image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0" name="CustomShape 8"/>
          <p:cNvSpPr/>
          <p:nvPr/>
        </p:nvSpPr>
        <p:spPr>
          <a:xfrm>
            <a:off x="1076040" y="3936960"/>
            <a:ext cx="2859480" cy="2145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LU" sz="1800" spc="-1" strike="noStrike">
                <a:solidFill>
                  <a:srgbClr val="000000"/>
                </a:solidFill>
                <a:latin typeface="Arial"/>
                <a:ea typeface="DejaVu Sans"/>
              </a:rPr>
              <a:t>Image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1" name="CustomShape 9"/>
          <p:cNvSpPr/>
          <p:nvPr/>
        </p:nvSpPr>
        <p:spPr>
          <a:xfrm>
            <a:off x="3933720" y="4033800"/>
            <a:ext cx="2859480" cy="2145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LU" sz="1800" spc="-1" strike="noStrike">
                <a:solidFill>
                  <a:srgbClr val="000000"/>
                </a:solidFill>
                <a:latin typeface="Arial"/>
                <a:ea typeface="DejaVu Sans"/>
              </a:rPr>
              <a:t>Image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Line 1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33" name="CustomShape 2"/>
          <p:cNvSpPr/>
          <p:nvPr/>
        </p:nvSpPr>
        <p:spPr>
          <a:xfrm>
            <a:off x="1689120" y="3807000"/>
            <a:ext cx="2224440" cy="108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4" name="CustomShape 3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5" name="CustomShape 4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Title in Arial bold 24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36" name="CustomShape 5"/>
          <p:cNvSpPr/>
          <p:nvPr/>
        </p:nvSpPr>
        <p:spPr>
          <a:xfrm>
            <a:off x="543600" y="91584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CustomShape 6"/>
          <p:cNvSpPr/>
          <p:nvPr/>
        </p:nvSpPr>
        <p:spPr>
          <a:xfrm>
            <a:off x="1689120" y="3263760"/>
            <a:ext cx="2224440" cy="55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8" name="CustomShape 7"/>
          <p:cNvSpPr/>
          <p:nvPr/>
        </p:nvSpPr>
        <p:spPr>
          <a:xfrm>
            <a:off x="5452560" y="3822480"/>
            <a:ext cx="2224440" cy="108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CustomShape 8"/>
          <p:cNvSpPr/>
          <p:nvPr/>
        </p:nvSpPr>
        <p:spPr>
          <a:xfrm>
            <a:off x="5452560" y="3279240"/>
            <a:ext cx="2224440" cy="55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0" name="CustomShape 9"/>
          <p:cNvSpPr/>
          <p:nvPr/>
        </p:nvSpPr>
        <p:spPr>
          <a:xfrm>
            <a:off x="9113400" y="3883320"/>
            <a:ext cx="2224440" cy="108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CustomShape 10"/>
          <p:cNvSpPr/>
          <p:nvPr/>
        </p:nvSpPr>
        <p:spPr>
          <a:xfrm>
            <a:off x="9132480" y="3329280"/>
            <a:ext cx="2224440" cy="55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3" name="CustomShape 2"/>
          <p:cNvSpPr/>
          <p:nvPr/>
        </p:nvSpPr>
        <p:spPr>
          <a:xfrm>
            <a:off x="831960" y="1709640"/>
            <a:ext cx="6283440" cy="285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CustomShape 1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Make your presentation more visual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5" name="CustomShape 2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6" name="CustomShape 3"/>
          <p:cNvSpPr/>
          <p:nvPr/>
        </p:nvSpPr>
        <p:spPr>
          <a:xfrm>
            <a:off x="543600" y="91584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45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65% of people are visual learners, 90% of information that comes to the brain is visual, and presentations with visual aides are more effective.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</p:txBody>
      </p:sp>
      <p:grpSp>
        <p:nvGrpSpPr>
          <p:cNvPr id="647" name="Group 4"/>
          <p:cNvGrpSpPr/>
          <p:nvPr/>
        </p:nvGrpSpPr>
        <p:grpSpPr>
          <a:xfrm>
            <a:off x="9784080" y="2456640"/>
            <a:ext cx="1823760" cy="2798280"/>
            <a:chOff x="9784080" y="2456640"/>
            <a:chExt cx="1823760" cy="2798280"/>
          </a:xfrm>
        </p:grpSpPr>
        <p:sp>
          <p:nvSpPr>
            <p:cNvPr id="648" name="CustomShape 5"/>
            <p:cNvSpPr/>
            <p:nvPr/>
          </p:nvSpPr>
          <p:spPr>
            <a:xfrm>
              <a:off x="9784080" y="2456640"/>
              <a:ext cx="1823760" cy="2063160"/>
            </a:xfrm>
            <a:prstGeom prst="roundRect">
              <a:avLst>
                <a:gd name="adj" fmla="val 16667"/>
              </a:avLst>
            </a:prstGeom>
            <a:solidFill>
              <a:srgbClr val="5a237e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en-US" sz="1600" spc="-1" strike="noStrike" u="sng">
                  <a:solidFill>
                    <a:srgbClr val="642982"/>
                  </a:solidFill>
                  <a:uFillTx/>
                  <a:latin typeface="Arial"/>
                  <a:ea typeface="DejaVu Sans"/>
                  <a:hlinkClick r:id="rId1"/>
                </a:rPr>
                <a:t>Right click here and open link for the complete pack of icons</a:t>
              </a:r>
              <a:endParaRPr b="0" lang="en-US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600" spc="-1" strike="noStrike">
                <a:latin typeface="Arial"/>
              </a:endParaRPr>
            </a:p>
          </p:txBody>
        </p:sp>
        <p:pic>
          <p:nvPicPr>
            <p:cNvPr id="649" name="Graphic 43" descr=""/>
            <p:cNvPicPr/>
            <p:nvPr/>
          </p:nvPicPr>
          <p:blipFill>
            <a:blip r:embed="rId2"/>
            <a:stretch/>
          </p:blipFill>
          <p:spPr>
            <a:xfrm rot="10800000">
              <a:off x="10370880" y="2591640"/>
              <a:ext cx="652320" cy="6523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50" name="Graphic 44" descr=""/>
            <p:cNvPicPr/>
            <p:nvPr/>
          </p:nvPicPr>
          <p:blipFill>
            <a:blip r:embed="rId3"/>
            <a:stretch/>
          </p:blipFill>
          <p:spPr>
            <a:xfrm>
              <a:off x="10361880" y="4602600"/>
              <a:ext cx="652320" cy="65232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651" name="Picture 2" descr=""/>
          <p:cNvPicPr/>
          <p:nvPr/>
        </p:nvPicPr>
        <p:blipFill>
          <a:blip r:embed="rId4"/>
          <a:stretch/>
        </p:blipFill>
        <p:spPr>
          <a:xfrm>
            <a:off x="3029400" y="1781280"/>
            <a:ext cx="4260960" cy="4260960"/>
          </a:xfrm>
          <a:prstGeom prst="rect">
            <a:avLst/>
          </a:prstGeom>
          <a:ln>
            <a:noFill/>
          </a:ln>
        </p:spPr>
      </p:pic>
      <p:sp>
        <p:nvSpPr>
          <p:cNvPr id="652" name="CustomShape 6"/>
          <p:cNvSpPr/>
          <p:nvPr/>
        </p:nvSpPr>
        <p:spPr>
          <a:xfrm>
            <a:off x="4629960" y="2374560"/>
            <a:ext cx="10504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FinTech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53" name="CustomShape 7"/>
          <p:cNvSpPr/>
          <p:nvPr/>
        </p:nvSpPr>
        <p:spPr>
          <a:xfrm>
            <a:off x="7424280" y="3508920"/>
            <a:ext cx="21020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Space Systems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54" name="CustomShape 8"/>
          <p:cNvSpPr/>
          <p:nvPr/>
        </p:nvSpPr>
        <p:spPr>
          <a:xfrm>
            <a:off x="3919320" y="5835240"/>
            <a:ext cx="254088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Autonomous Vehicles 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&amp; IoT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55" name="CustomShape 9"/>
          <p:cNvSpPr/>
          <p:nvPr/>
        </p:nvSpPr>
        <p:spPr>
          <a:xfrm>
            <a:off x="73440" y="3587760"/>
            <a:ext cx="25408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Cybersecurity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656" name="Picture 8" descr="A picture containing light, food&#10;&#10;Description automatically generated"/>
          <p:cNvPicPr/>
          <p:nvPr/>
        </p:nvPicPr>
        <p:blipFill>
          <a:blip r:embed="rId5"/>
          <a:stretch/>
        </p:blipFill>
        <p:spPr>
          <a:xfrm>
            <a:off x="4702320" y="4968360"/>
            <a:ext cx="974520" cy="974520"/>
          </a:xfrm>
          <a:prstGeom prst="rect">
            <a:avLst/>
          </a:prstGeom>
          <a:ln>
            <a:noFill/>
          </a:ln>
        </p:spPr>
      </p:pic>
      <p:pic>
        <p:nvPicPr>
          <p:cNvPr id="657" name="Picture 9" descr="A picture containing drawing, food&#10;&#10;Description automatically generated"/>
          <p:cNvPicPr/>
          <p:nvPr/>
        </p:nvPicPr>
        <p:blipFill>
          <a:blip r:embed="rId6"/>
          <a:stretch/>
        </p:blipFill>
        <p:spPr>
          <a:xfrm>
            <a:off x="6381000" y="3194640"/>
            <a:ext cx="974520" cy="974520"/>
          </a:xfrm>
          <a:prstGeom prst="rect">
            <a:avLst/>
          </a:prstGeom>
          <a:ln>
            <a:noFill/>
          </a:ln>
        </p:spPr>
      </p:pic>
      <p:pic>
        <p:nvPicPr>
          <p:cNvPr id="658" name="Picture 10" descr="A picture containing drawing&#10;&#10;Description automatically generated"/>
          <p:cNvPicPr/>
          <p:nvPr/>
        </p:nvPicPr>
        <p:blipFill>
          <a:blip r:embed="rId7"/>
          <a:stretch/>
        </p:blipFill>
        <p:spPr>
          <a:xfrm>
            <a:off x="4702320" y="1444680"/>
            <a:ext cx="861840" cy="861840"/>
          </a:xfrm>
          <a:prstGeom prst="rect">
            <a:avLst/>
          </a:prstGeom>
          <a:ln>
            <a:noFill/>
          </a:ln>
        </p:spPr>
      </p:pic>
      <p:pic>
        <p:nvPicPr>
          <p:cNvPr id="659" name="Picture 11" descr="A picture containing drawing, light&#10;&#10;Description automatically generated"/>
          <p:cNvPicPr/>
          <p:nvPr/>
        </p:nvPicPr>
        <p:blipFill>
          <a:blip r:embed="rId8"/>
          <a:stretch/>
        </p:blipFill>
        <p:spPr>
          <a:xfrm>
            <a:off x="2792160" y="3194640"/>
            <a:ext cx="941040" cy="941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CustomShape 1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Graphical elements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61" name="CustomShape 2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LU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Your presentation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62" name="CustomShape 3"/>
          <p:cNvSpPr/>
          <p:nvPr/>
        </p:nvSpPr>
        <p:spPr>
          <a:xfrm>
            <a:off x="543600" y="91584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LU" sz="1600" spc="-1" strike="noStrike">
                <a:solidFill>
                  <a:srgbClr val="000000"/>
                </a:solidFill>
                <a:latin typeface="Arial"/>
                <a:ea typeface="DejaVu Sans"/>
              </a:rPr>
              <a:t>You will find here some elements you can add on your slides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63" name="CustomShape 4"/>
          <p:cNvSpPr/>
          <p:nvPr/>
        </p:nvSpPr>
        <p:spPr>
          <a:xfrm>
            <a:off x="729360" y="1509480"/>
            <a:ext cx="2886480" cy="2082960"/>
          </a:xfrm>
          <a:prstGeom prst="rect">
            <a:avLst/>
          </a:prstGeom>
          <a:solidFill>
            <a:srgbClr val="141414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4" name="CustomShape 5"/>
          <p:cNvSpPr/>
          <p:nvPr/>
        </p:nvSpPr>
        <p:spPr>
          <a:xfrm rot="16200000">
            <a:off x="-217800" y="2389680"/>
            <a:ext cx="2082960" cy="324720"/>
          </a:xfrm>
          <a:prstGeom prst="roundRect">
            <a:avLst>
              <a:gd name="adj" fmla="val 13031"/>
            </a:avLst>
          </a:prstGeom>
          <a:gradFill rotWithShape="0">
            <a:gsLst>
              <a:gs pos="0">
                <a:srgbClr val="992c5e"/>
              </a:gs>
              <a:gs pos="100000">
                <a:srgbClr val="582b8b"/>
              </a:gs>
            </a:gsLst>
            <a:lin ang="189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293" strike="noStrike">
                <a:solidFill>
                  <a:srgbClr val="ffffff"/>
                </a:solidFill>
                <a:latin typeface="Arial"/>
                <a:ea typeface="Helvetica Neue Condensed"/>
              </a:rPr>
              <a:t>ADD TITLE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665" name="Group 6"/>
          <p:cNvGrpSpPr/>
          <p:nvPr/>
        </p:nvGrpSpPr>
        <p:grpSpPr>
          <a:xfrm>
            <a:off x="8254440" y="5058000"/>
            <a:ext cx="4293000" cy="858960"/>
            <a:chOff x="8254440" y="5058000"/>
            <a:chExt cx="4293000" cy="858960"/>
          </a:xfrm>
        </p:grpSpPr>
        <p:sp>
          <p:nvSpPr>
            <p:cNvPr id="666" name="CustomShape 7"/>
            <p:cNvSpPr/>
            <p:nvPr/>
          </p:nvSpPr>
          <p:spPr>
            <a:xfrm>
              <a:off x="8254440" y="5100840"/>
              <a:ext cx="816120" cy="816120"/>
            </a:xfrm>
            <a:prstGeom prst="ellipse">
              <a:avLst/>
            </a:prstGeom>
            <a:gradFill rotWithShape="0">
              <a:gsLst>
                <a:gs pos="0">
                  <a:srgbClr val="ee2e24"/>
                </a:gs>
                <a:gs pos="100000">
                  <a:srgbClr val="582b8b"/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7" name="CustomShape 8"/>
            <p:cNvSpPr/>
            <p:nvPr/>
          </p:nvSpPr>
          <p:spPr>
            <a:xfrm>
              <a:off x="9296280" y="5058000"/>
              <a:ext cx="1031400" cy="249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05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Awarded</a:t>
              </a:r>
              <a:endParaRPr b="0" lang="en-US" sz="1050" spc="-1" strike="noStrike">
                <a:latin typeface="Arial"/>
              </a:endParaRPr>
            </a:p>
          </p:txBody>
        </p:sp>
        <p:sp>
          <p:nvSpPr>
            <p:cNvPr id="668" name="CustomShape 9"/>
            <p:cNvSpPr/>
            <p:nvPr/>
          </p:nvSpPr>
          <p:spPr>
            <a:xfrm>
              <a:off x="9296280" y="5226120"/>
              <a:ext cx="2776680" cy="333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6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Best research paper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669" name="CustomShape 10"/>
            <p:cNvSpPr/>
            <p:nvPr/>
          </p:nvSpPr>
          <p:spPr>
            <a:xfrm>
              <a:off x="9296280" y="5497200"/>
              <a:ext cx="3251160" cy="249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05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Text text</a:t>
              </a:r>
              <a:endParaRPr b="0" lang="en-US" sz="1050" spc="-1" strike="noStrike">
                <a:latin typeface="Arial"/>
              </a:endParaRPr>
            </a:p>
          </p:txBody>
        </p:sp>
      </p:grpSp>
      <p:grpSp>
        <p:nvGrpSpPr>
          <p:cNvPr id="670" name="Group 11"/>
          <p:cNvGrpSpPr/>
          <p:nvPr/>
        </p:nvGrpSpPr>
        <p:grpSpPr>
          <a:xfrm>
            <a:off x="2815560" y="3466800"/>
            <a:ext cx="5334120" cy="3765600"/>
            <a:chOff x="2815560" y="3466800"/>
            <a:chExt cx="5334120" cy="3765600"/>
          </a:xfrm>
        </p:grpSpPr>
        <p:sp>
          <p:nvSpPr>
            <p:cNvPr id="671" name="CustomShape 12"/>
            <p:cNvSpPr/>
            <p:nvPr/>
          </p:nvSpPr>
          <p:spPr>
            <a:xfrm rot="18882000">
              <a:off x="3364200" y="4015440"/>
              <a:ext cx="2650320" cy="2649960"/>
            </a:xfrm>
            <a:prstGeom prst="ellipse">
              <a:avLst/>
            </a:prstGeom>
            <a:gradFill rotWithShape="0">
              <a:gsLst>
                <a:gs pos="0">
                  <a:srgbClr val="ee2e24"/>
                </a:gs>
                <a:gs pos="100000">
                  <a:srgbClr val="582b8b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2" name="CustomShape 13"/>
            <p:cNvSpPr/>
            <p:nvPr/>
          </p:nvSpPr>
          <p:spPr>
            <a:xfrm rot="2718000">
              <a:off x="4941360" y="4023720"/>
              <a:ext cx="2657880" cy="2657880"/>
            </a:xfrm>
            <a:prstGeom prst="ellipse">
              <a:avLst/>
            </a:prstGeom>
            <a:gradFill rotWithShape="0">
              <a:gsLst>
                <a:gs pos="0">
                  <a:srgbClr val="ee2e24"/>
                </a:gs>
                <a:gs pos="100000">
                  <a:srgbClr val="582b8b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673" name="Graphic 50" descr=""/>
          <p:cNvPicPr/>
          <p:nvPr/>
        </p:nvPicPr>
        <p:blipFill>
          <a:blip r:embed="rId1"/>
          <a:stretch/>
        </p:blipFill>
        <p:spPr>
          <a:xfrm>
            <a:off x="382680" y="4188960"/>
            <a:ext cx="2517120" cy="2517120"/>
          </a:xfrm>
          <a:prstGeom prst="rect">
            <a:avLst/>
          </a:prstGeom>
          <a:ln>
            <a:noFill/>
          </a:ln>
        </p:spPr>
      </p:pic>
      <p:grpSp>
        <p:nvGrpSpPr>
          <p:cNvPr id="674" name="Group 14"/>
          <p:cNvGrpSpPr/>
          <p:nvPr/>
        </p:nvGrpSpPr>
        <p:grpSpPr>
          <a:xfrm>
            <a:off x="6908040" y="658080"/>
            <a:ext cx="5191200" cy="3538080"/>
            <a:chOff x="6908040" y="658080"/>
            <a:chExt cx="5191200" cy="3538080"/>
          </a:xfrm>
        </p:grpSpPr>
        <p:grpSp>
          <p:nvGrpSpPr>
            <p:cNvPr id="675" name="Group 15"/>
            <p:cNvGrpSpPr/>
            <p:nvPr/>
          </p:nvGrpSpPr>
          <p:grpSpPr>
            <a:xfrm>
              <a:off x="6908040" y="658080"/>
              <a:ext cx="5191200" cy="3538080"/>
              <a:chOff x="6908040" y="658080"/>
              <a:chExt cx="5191200" cy="3538080"/>
            </a:xfrm>
          </p:grpSpPr>
          <p:sp>
            <p:nvSpPr>
              <p:cNvPr id="676" name="CustomShape 16"/>
              <p:cNvSpPr/>
              <p:nvPr/>
            </p:nvSpPr>
            <p:spPr>
              <a:xfrm rot="18924600">
                <a:off x="7103880" y="867600"/>
                <a:ext cx="947880" cy="947520"/>
              </a:xfrm>
              <a:prstGeom prst="ellipse">
                <a:avLst/>
              </a:prstGeom>
              <a:gradFill rotWithShape="0">
                <a:gsLst>
                  <a:gs pos="0">
                    <a:srgbClr val="ee2e24"/>
                  </a:gs>
                  <a:gs pos="100000">
                    <a:srgbClr val="582b8b"/>
                  </a:gs>
                </a:gsLst>
                <a:lin ang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77" name="CustomShape 17"/>
              <p:cNvSpPr/>
              <p:nvPr/>
            </p:nvSpPr>
            <p:spPr>
              <a:xfrm rot="18924600">
                <a:off x="10944720" y="3045600"/>
                <a:ext cx="947880" cy="947520"/>
              </a:xfrm>
              <a:prstGeom prst="ellipse">
                <a:avLst/>
              </a:prstGeom>
              <a:gradFill rotWithShape="0">
                <a:gsLst>
                  <a:gs pos="0">
                    <a:srgbClr val="ee2e24"/>
                  </a:gs>
                  <a:gs pos="100000">
                    <a:srgbClr val="582b8b"/>
                  </a:gs>
                </a:gsLst>
                <a:lin ang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78" name="CustomShape 18"/>
              <p:cNvSpPr/>
              <p:nvPr/>
            </p:nvSpPr>
            <p:spPr>
              <a:xfrm rot="2675400">
                <a:off x="10955160" y="854280"/>
                <a:ext cx="947880" cy="947520"/>
              </a:xfrm>
              <a:prstGeom prst="ellipse">
                <a:avLst/>
              </a:prstGeom>
              <a:gradFill rotWithShape="0">
                <a:gsLst>
                  <a:gs pos="0">
                    <a:srgbClr val="ee2e24"/>
                  </a:gs>
                  <a:gs pos="100000">
                    <a:srgbClr val="582b8b"/>
                  </a:gs>
                </a:gsLst>
                <a:lin ang="54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79" name="CustomShape 19"/>
              <p:cNvSpPr/>
              <p:nvPr/>
            </p:nvSpPr>
            <p:spPr>
              <a:xfrm rot="2675400">
                <a:off x="7114320" y="3052080"/>
                <a:ext cx="947880" cy="947520"/>
              </a:xfrm>
              <a:prstGeom prst="ellipse">
                <a:avLst/>
              </a:prstGeom>
              <a:gradFill rotWithShape="0">
                <a:gsLst>
                  <a:gs pos="0">
                    <a:srgbClr val="ee2e24"/>
                  </a:gs>
                  <a:gs pos="100000">
                    <a:srgbClr val="582b8b"/>
                  </a:gs>
                </a:gsLst>
                <a:lin ang="54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680" name="CustomShape 20"/>
            <p:cNvSpPr/>
            <p:nvPr/>
          </p:nvSpPr>
          <p:spPr>
            <a:xfrm flipH="1">
              <a:off x="9555840" y="2232360"/>
              <a:ext cx="1737720" cy="383760"/>
            </a:xfrm>
            <a:prstGeom prst="flowChartDelay">
              <a:avLst/>
            </a:prstGeom>
            <a:gradFill rotWithShape="0">
              <a:gsLst>
                <a:gs pos="0">
                  <a:srgbClr val="c32c46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81" name="CustomShape 21"/>
            <p:cNvSpPr/>
            <p:nvPr/>
          </p:nvSpPr>
          <p:spPr>
            <a:xfrm>
              <a:off x="7701840" y="2232360"/>
              <a:ext cx="1737720" cy="383760"/>
            </a:xfrm>
            <a:prstGeom prst="flowChartDelay">
              <a:avLst/>
            </a:prstGeom>
            <a:gradFill rotWithShape="0">
              <a:gsLst>
                <a:gs pos="0">
                  <a:srgbClr val="c32c46"/>
                </a:gs>
                <a:gs pos="100000">
                  <a:srgbClr val="fffff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82" name="CustomShape 22"/>
            <p:cNvSpPr/>
            <p:nvPr/>
          </p:nvSpPr>
          <p:spPr>
            <a:xfrm>
              <a:off x="8987400" y="2224800"/>
              <a:ext cx="990360" cy="4554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2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R&amp;D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83" name="CustomShape 23"/>
            <p:cNvSpPr/>
            <p:nvPr/>
          </p:nvSpPr>
          <p:spPr>
            <a:xfrm rot="18924600">
              <a:off x="8902440" y="1859760"/>
              <a:ext cx="1146960" cy="1146960"/>
            </a:xfrm>
            <a:prstGeom prst="ellipse">
              <a:avLst/>
            </a:prstGeom>
            <a:noFill/>
            <a:ln>
              <a:solidFill>
                <a:srgbClr val="ee2e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84" name="CustomShape 24"/>
            <p:cNvSpPr/>
            <p:nvPr/>
          </p:nvSpPr>
          <p:spPr>
            <a:xfrm>
              <a:off x="7642800" y="2247480"/>
              <a:ext cx="684360" cy="333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Text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685" name="CustomShape 25"/>
            <p:cNvSpPr/>
            <p:nvPr/>
          </p:nvSpPr>
          <p:spPr>
            <a:xfrm>
              <a:off x="10679760" y="2247480"/>
              <a:ext cx="788040" cy="333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Text</a:t>
              </a:r>
              <a:endParaRPr b="0" lang="en-US" sz="1600" spc="-1" strike="noStrike">
                <a:latin typeface="Arial"/>
              </a:endParaRPr>
            </a:p>
          </p:txBody>
        </p:sp>
        <p:grpSp>
          <p:nvGrpSpPr>
            <p:cNvPr id="686" name="Group 26"/>
            <p:cNvGrpSpPr/>
            <p:nvPr/>
          </p:nvGrpSpPr>
          <p:grpSpPr>
            <a:xfrm>
              <a:off x="7542000" y="1798560"/>
              <a:ext cx="1280160" cy="1249920"/>
              <a:chOff x="7542000" y="1798560"/>
              <a:chExt cx="1280160" cy="1249920"/>
            </a:xfrm>
          </p:grpSpPr>
          <p:pic>
            <p:nvPicPr>
              <p:cNvPr id="687" name="Graphic 100" descr=""/>
              <p:cNvPicPr/>
              <p:nvPr/>
            </p:nvPicPr>
            <p:blipFill>
              <a:blip r:embed="rId2"/>
              <a:stretch/>
            </p:blipFill>
            <p:spPr>
              <a:xfrm>
                <a:off x="7542000" y="1798560"/>
                <a:ext cx="1280160" cy="32256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688" name="Graphic 101" descr=""/>
              <p:cNvPicPr/>
              <p:nvPr/>
            </p:nvPicPr>
            <p:blipFill>
              <a:blip r:embed="rId3"/>
              <a:stretch/>
            </p:blipFill>
            <p:spPr>
              <a:xfrm flipH="1" rot="10800000">
                <a:off x="7542000" y="2725560"/>
                <a:ext cx="1280160" cy="32256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689" name="Group 27"/>
            <p:cNvGrpSpPr/>
            <p:nvPr/>
          </p:nvGrpSpPr>
          <p:grpSpPr>
            <a:xfrm>
              <a:off x="10166760" y="1798560"/>
              <a:ext cx="1280160" cy="1249920"/>
              <a:chOff x="10166760" y="1798560"/>
              <a:chExt cx="1280160" cy="1249920"/>
            </a:xfrm>
          </p:grpSpPr>
          <p:pic>
            <p:nvPicPr>
              <p:cNvPr id="690" name="Graphic 103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10166760" y="1798560"/>
                <a:ext cx="1280160" cy="32256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691" name="Graphic 104" descr=""/>
              <p:cNvPicPr/>
              <p:nvPr/>
            </p:nvPicPr>
            <p:blipFill>
              <a:blip r:embed="rId5"/>
              <a:stretch/>
            </p:blipFill>
            <p:spPr>
              <a:xfrm rot="10800000">
                <a:off x="10166760" y="2725560"/>
                <a:ext cx="1280160" cy="322560"/>
              </a:xfrm>
              <a:prstGeom prst="rect">
                <a:avLst/>
              </a:prstGeom>
              <a:ln>
                <a:noFill/>
              </a:ln>
            </p:spPr>
          </p:pic>
        </p:grpSp>
      </p:grpSp>
      <p:pic>
        <p:nvPicPr>
          <p:cNvPr id="692" name="Graphic 105" descr=""/>
          <p:cNvPicPr/>
          <p:nvPr/>
        </p:nvPicPr>
        <p:blipFill>
          <a:blip r:embed="rId6"/>
          <a:stretch/>
        </p:blipFill>
        <p:spPr>
          <a:xfrm>
            <a:off x="4019760" y="1847160"/>
            <a:ext cx="2950920" cy="1461960"/>
          </a:xfrm>
          <a:prstGeom prst="rect">
            <a:avLst/>
          </a:prstGeom>
          <a:ln>
            <a:noFill/>
          </a:ln>
        </p:spPr>
      </p:pic>
      <p:pic>
        <p:nvPicPr>
          <p:cNvPr id="693" name="Graphic 45" descr=""/>
          <p:cNvPicPr/>
          <p:nvPr/>
        </p:nvPicPr>
        <p:blipFill>
          <a:blip r:embed="rId7"/>
          <a:stretch/>
        </p:blipFill>
        <p:spPr>
          <a:xfrm>
            <a:off x="8376480" y="5241960"/>
            <a:ext cx="551520" cy="551520"/>
          </a:xfrm>
          <a:prstGeom prst="rect">
            <a:avLst/>
          </a:prstGeom>
          <a:ln>
            <a:noFill/>
          </a:ln>
        </p:spPr>
      </p:pic>
      <p:pic>
        <p:nvPicPr>
          <p:cNvPr id="694" name="Graphic 46" descr=""/>
          <p:cNvPicPr/>
          <p:nvPr/>
        </p:nvPicPr>
        <p:blipFill>
          <a:blip r:embed="rId8"/>
          <a:stretch/>
        </p:blipFill>
        <p:spPr>
          <a:xfrm>
            <a:off x="7216920" y="3174480"/>
            <a:ext cx="680760" cy="680760"/>
          </a:xfrm>
          <a:prstGeom prst="rect">
            <a:avLst/>
          </a:prstGeom>
          <a:ln>
            <a:noFill/>
          </a:ln>
        </p:spPr>
      </p:pic>
      <p:pic>
        <p:nvPicPr>
          <p:cNvPr id="695" name="Graphic 47" descr=""/>
          <p:cNvPicPr/>
          <p:nvPr/>
        </p:nvPicPr>
        <p:blipFill>
          <a:blip r:embed="rId9"/>
          <a:stretch/>
        </p:blipFill>
        <p:spPr>
          <a:xfrm>
            <a:off x="7259040" y="1044720"/>
            <a:ext cx="564120" cy="564120"/>
          </a:xfrm>
          <a:prstGeom prst="rect">
            <a:avLst/>
          </a:prstGeom>
          <a:ln>
            <a:noFill/>
          </a:ln>
        </p:spPr>
      </p:pic>
      <p:pic>
        <p:nvPicPr>
          <p:cNvPr id="696" name="Graphic 48" descr=""/>
          <p:cNvPicPr/>
          <p:nvPr/>
        </p:nvPicPr>
        <p:blipFill>
          <a:blip r:embed="rId10"/>
          <a:stretch/>
        </p:blipFill>
        <p:spPr>
          <a:xfrm>
            <a:off x="11064600" y="3168000"/>
            <a:ext cx="695520" cy="695520"/>
          </a:xfrm>
          <a:prstGeom prst="rect">
            <a:avLst/>
          </a:prstGeom>
          <a:ln>
            <a:noFill/>
          </a:ln>
        </p:spPr>
      </p:pic>
      <p:pic>
        <p:nvPicPr>
          <p:cNvPr id="697" name="Graphic 51" descr=""/>
          <p:cNvPicPr/>
          <p:nvPr/>
        </p:nvPicPr>
        <p:blipFill>
          <a:blip r:embed="rId11"/>
          <a:stretch/>
        </p:blipFill>
        <p:spPr>
          <a:xfrm>
            <a:off x="11115360" y="1002600"/>
            <a:ext cx="617400" cy="617400"/>
          </a:xfrm>
          <a:prstGeom prst="rect">
            <a:avLst/>
          </a:prstGeom>
          <a:ln>
            <a:noFill/>
          </a:ln>
        </p:spPr>
      </p:pic>
      <p:pic>
        <p:nvPicPr>
          <p:cNvPr id="698" name="Picture 40" descr="A picture containing object, light&#10;&#10;Description automatically generated"/>
          <p:cNvPicPr/>
          <p:nvPr/>
        </p:nvPicPr>
        <p:blipFill>
          <a:blip r:embed="rId12"/>
          <a:stretch/>
        </p:blipFill>
        <p:spPr>
          <a:xfrm>
            <a:off x="4377600" y="4256280"/>
            <a:ext cx="2192760" cy="2192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CustomShape 1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Graphical elements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0" name="CustomShape 2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LU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Your presentation</a:t>
            </a:r>
            <a:r>
              <a:rPr b="0" lang="en-US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 </a:t>
            </a:r>
            <a:r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• </a:t>
            </a:r>
            <a:r>
              <a:rPr b="0" lang="en-LU" sz="800" spc="-1" strike="noStrike">
                <a:solidFill>
                  <a:srgbClr val="808080"/>
                </a:solidFill>
                <a:latin typeface="Arial"/>
                <a:ea typeface="DejaVu Sans"/>
              </a:rPr>
              <a:t>Section 1 </a:t>
            </a:r>
            <a:r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• </a:t>
            </a:r>
            <a:r>
              <a:rPr b="0" lang="en-LU" sz="800" spc="-1" strike="noStrike">
                <a:solidFill>
                  <a:srgbClr val="808080"/>
                </a:solidFill>
                <a:latin typeface="Arial"/>
                <a:ea typeface="DejaVu Sans"/>
              </a:rPr>
              <a:t>Section 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01" name="CustomShape 3"/>
          <p:cNvSpPr/>
          <p:nvPr/>
        </p:nvSpPr>
        <p:spPr>
          <a:xfrm>
            <a:off x="543600" y="91584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LU" sz="1600" spc="-1" strike="noStrike">
                <a:solidFill>
                  <a:srgbClr val="000000"/>
                </a:solidFill>
                <a:latin typeface="Arial"/>
                <a:ea typeface="DejaVu Sans"/>
              </a:rPr>
              <a:t>You will find here some elements you can add on your slides.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</p:txBody>
      </p:sp>
      <p:grpSp>
        <p:nvGrpSpPr>
          <p:cNvPr id="702" name="Group 4"/>
          <p:cNvGrpSpPr/>
          <p:nvPr/>
        </p:nvGrpSpPr>
        <p:grpSpPr>
          <a:xfrm>
            <a:off x="750960" y="2089080"/>
            <a:ext cx="3370680" cy="1208880"/>
            <a:chOff x="750960" y="2089080"/>
            <a:chExt cx="3370680" cy="1208880"/>
          </a:xfrm>
        </p:grpSpPr>
        <p:sp>
          <p:nvSpPr>
            <p:cNvPr id="703" name="CustomShape 5"/>
            <p:cNvSpPr/>
            <p:nvPr/>
          </p:nvSpPr>
          <p:spPr>
            <a:xfrm>
              <a:off x="1228680" y="2355840"/>
              <a:ext cx="2892960" cy="9421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Lorem ipsum dolor sit amet, consectetur adipiscing elit. Nunc bibendum eleifend tortor, non porta justo gravida posuere</a:t>
              </a:r>
              <a:r>
                <a:rPr b="0" lang="en-US" sz="9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.</a:t>
              </a:r>
              <a:endParaRPr b="0" lang="en-US" sz="900" spc="-1" strike="noStrike">
                <a:latin typeface="Arial"/>
              </a:endParaRPr>
            </a:p>
          </p:txBody>
        </p:sp>
        <p:sp>
          <p:nvSpPr>
            <p:cNvPr id="704" name="CustomShape 6"/>
            <p:cNvSpPr/>
            <p:nvPr/>
          </p:nvSpPr>
          <p:spPr>
            <a:xfrm>
              <a:off x="1228680" y="2095560"/>
              <a:ext cx="2892960" cy="333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Your text here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705" name="CustomShape 7"/>
            <p:cNvSpPr/>
            <p:nvPr/>
          </p:nvSpPr>
          <p:spPr>
            <a:xfrm>
              <a:off x="750960" y="2089080"/>
              <a:ext cx="481680" cy="5162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2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1.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706" name="Group 8"/>
          <p:cNvGrpSpPr/>
          <p:nvPr/>
        </p:nvGrpSpPr>
        <p:grpSpPr>
          <a:xfrm>
            <a:off x="756360" y="3770280"/>
            <a:ext cx="3371040" cy="1208880"/>
            <a:chOff x="756360" y="3770280"/>
            <a:chExt cx="3371040" cy="1208880"/>
          </a:xfrm>
        </p:grpSpPr>
        <p:sp>
          <p:nvSpPr>
            <p:cNvPr id="707" name="CustomShape 9"/>
            <p:cNvSpPr/>
            <p:nvPr/>
          </p:nvSpPr>
          <p:spPr>
            <a:xfrm>
              <a:off x="1234440" y="4037040"/>
              <a:ext cx="2892960" cy="9421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Lorem ipsum dolor sit amet, consectetur adipiscing elit. Nunc bibendum eleifend tortor, non porta justo gravida posuere.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708" name="CustomShape 10"/>
            <p:cNvSpPr/>
            <p:nvPr/>
          </p:nvSpPr>
          <p:spPr>
            <a:xfrm>
              <a:off x="1234440" y="3776760"/>
              <a:ext cx="2892960" cy="333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Your text here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709" name="CustomShape 11"/>
            <p:cNvSpPr/>
            <p:nvPr/>
          </p:nvSpPr>
          <p:spPr>
            <a:xfrm>
              <a:off x="756360" y="3770280"/>
              <a:ext cx="481680" cy="5162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2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2.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710" name="Group 12"/>
          <p:cNvGrpSpPr/>
          <p:nvPr/>
        </p:nvGrpSpPr>
        <p:grpSpPr>
          <a:xfrm>
            <a:off x="4252320" y="1807920"/>
            <a:ext cx="3831120" cy="3767040"/>
            <a:chOff x="4252320" y="1807920"/>
            <a:chExt cx="3831120" cy="3767040"/>
          </a:xfrm>
        </p:grpSpPr>
        <p:sp>
          <p:nvSpPr>
            <p:cNvPr id="711" name="CustomShape 13"/>
            <p:cNvSpPr/>
            <p:nvPr/>
          </p:nvSpPr>
          <p:spPr>
            <a:xfrm>
              <a:off x="4927320" y="3854880"/>
              <a:ext cx="2965320" cy="1720080"/>
            </a:xfrm>
            <a:custGeom>
              <a:avLst/>
              <a:gdLst/>
              <a:ahLst/>
              <a:rect l="l" t="t" r="r" b="b"/>
              <a:pathLst>
                <a:path w="2966470" h="1721159">
                  <a:moveTo>
                    <a:pt x="0" y="1140690"/>
                  </a:moveTo>
                  <a:lnTo>
                    <a:pt x="330733" y="847081"/>
                  </a:lnTo>
                  <a:lnTo>
                    <a:pt x="992199" y="259861"/>
                  </a:lnTo>
                  <a:lnTo>
                    <a:pt x="1284121" y="0"/>
                  </a:lnTo>
                  <a:lnTo>
                    <a:pt x="1709349" y="145117"/>
                  </a:lnTo>
                  <a:lnTo>
                    <a:pt x="2129514" y="288547"/>
                  </a:lnTo>
                  <a:lnTo>
                    <a:pt x="2547993" y="430290"/>
                  </a:lnTo>
                  <a:lnTo>
                    <a:pt x="2966471" y="572032"/>
                  </a:lnTo>
                  <a:cubicBezTo>
                    <a:pt x="2716734" y="1243622"/>
                    <a:pt x="2070455" y="1721160"/>
                    <a:pt x="1311119" y="1721160"/>
                  </a:cubicBezTo>
                  <a:cubicBezTo>
                    <a:pt x="789709" y="1721160"/>
                    <a:pt x="322296" y="1496734"/>
                    <a:pt x="0" y="1140690"/>
                  </a:cubicBezTo>
                  <a:close/>
                </a:path>
              </a:pathLst>
            </a:custGeom>
            <a:solidFill>
              <a:srgbClr val="5a237e">
                <a:alpha val="80000"/>
              </a:srgbClr>
            </a:solidFill>
            <a:ln w="1692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CustomShape 14"/>
            <p:cNvSpPr/>
            <p:nvPr/>
          </p:nvSpPr>
          <p:spPr>
            <a:xfrm>
              <a:off x="4252320" y="1807920"/>
              <a:ext cx="1983240" cy="3353400"/>
            </a:xfrm>
            <a:custGeom>
              <a:avLst/>
              <a:gdLst/>
              <a:ahLst/>
              <a:rect l="l" t="t" r="r" b="b"/>
              <a:pathLst>
                <a:path w="1984396" h="3354574">
                  <a:moveTo>
                    <a:pt x="1984397" y="0"/>
                  </a:moveTo>
                  <a:lnTo>
                    <a:pt x="1984397" y="2050205"/>
                  </a:lnTo>
                  <a:lnTo>
                    <a:pt x="1969210" y="2063705"/>
                  </a:lnTo>
                  <a:lnTo>
                    <a:pt x="1717786" y="2286443"/>
                  </a:lnTo>
                  <a:lnTo>
                    <a:pt x="1117067" y="2821352"/>
                  </a:lnTo>
                  <a:lnTo>
                    <a:pt x="816708" y="3087963"/>
                  </a:lnTo>
                  <a:lnTo>
                    <a:pt x="516348" y="3354575"/>
                  </a:lnTo>
                  <a:cubicBezTo>
                    <a:pt x="195740" y="2998531"/>
                    <a:pt x="0" y="2527743"/>
                    <a:pt x="0" y="2009707"/>
                  </a:cubicBezTo>
                  <a:cubicBezTo>
                    <a:pt x="0" y="906140"/>
                    <a:pt x="885892" y="13499"/>
                    <a:pt x="1984397" y="0"/>
                  </a:cubicBezTo>
                  <a:close/>
                </a:path>
              </a:pathLst>
            </a:custGeom>
            <a:solidFill>
              <a:srgbClr val="009bda">
                <a:alpha val="64000"/>
              </a:srgbClr>
            </a:solidFill>
            <a:ln w="1692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CustomShape 15"/>
            <p:cNvSpPr/>
            <p:nvPr/>
          </p:nvSpPr>
          <p:spPr>
            <a:xfrm>
              <a:off x="6221520" y="2003760"/>
              <a:ext cx="1861920" cy="2474280"/>
            </a:xfrm>
            <a:custGeom>
              <a:avLst/>
              <a:gdLst/>
              <a:ahLst/>
              <a:rect l="l" t="t" r="r" b="b"/>
              <a:pathLst>
                <a:path w="1862903" h="2475432">
                  <a:moveTo>
                    <a:pt x="1862903" y="1834217"/>
                  </a:moveTo>
                  <a:cubicBezTo>
                    <a:pt x="1862903" y="2060330"/>
                    <a:pt x="1822405" y="2276318"/>
                    <a:pt x="1748159" y="2475433"/>
                  </a:cubicBezTo>
                  <a:lnTo>
                    <a:pt x="1312807" y="2328628"/>
                  </a:lnTo>
                  <a:lnTo>
                    <a:pt x="877454" y="2180136"/>
                  </a:lnTo>
                  <a:lnTo>
                    <a:pt x="442102" y="2031644"/>
                  </a:lnTo>
                  <a:lnTo>
                    <a:pt x="0" y="1881464"/>
                  </a:lnTo>
                  <a:lnTo>
                    <a:pt x="0" y="1869652"/>
                  </a:lnTo>
                  <a:lnTo>
                    <a:pt x="15187" y="1856153"/>
                  </a:lnTo>
                  <a:lnTo>
                    <a:pt x="15187" y="0"/>
                  </a:lnTo>
                  <a:cubicBezTo>
                    <a:pt x="18562" y="0"/>
                    <a:pt x="23624" y="0"/>
                    <a:pt x="26999" y="0"/>
                  </a:cubicBezTo>
                  <a:cubicBezTo>
                    <a:pt x="1042821" y="0"/>
                    <a:pt x="1862903" y="818395"/>
                    <a:pt x="1862903" y="1834217"/>
                  </a:cubicBezTo>
                  <a:close/>
                </a:path>
              </a:pathLst>
            </a:custGeom>
            <a:solidFill>
              <a:srgbClr val="ee2e24">
                <a:alpha val="65000"/>
              </a:srgbClr>
            </a:solidFill>
            <a:ln w="1692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714" name="Group 16"/>
            <p:cNvGrpSpPr/>
            <p:nvPr/>
          </p:nvGrpSpPr>
          <p:grpSpPr>
            <a:xfrm>
              <a:off x="5242320" y="4643280"/>
              <a:ext cx="2402280" cy="810360"/>
              <a:chOff x="5242320" y="4643280"/>
              <a:chExt cx="2402280" cy="810360"/>
            </a:xfrm>
          </p:grpSpPr>
          <p:sp>
            <p:nvSpPr>
              <p:cNvPr id="715" name="CustomShape 17"/>
              <p:cNvSpPr/>
              <p:nvPr/>
            </p:nvSpPr>
            <p:spPr>
              <a:xfrm>
                <a:off x="5247720" y="4653720"/>
                <a:ext cx="2396160" cy="799920"/>
              </a:xfrm>
              <a:custGeom>
                <a:avLst/>
                <a:gdLst/>
                <a:ahLst/>
                <a:rect l="l" t="t" r="r" b="b"/>
                <a:pathLst>
                  <a:path w="2397286" h="800842">
                    <a:moveTo>
                      <a:pt x="995725" y="800842"/>
                    </a:moveTo>
                    <a:cubicBezTo>
                      <a:pt x="639681" y="800842"/>
                      <a:pt x="287012" y="682724"/>
                      <a:pt x="3527" y="466735"/>
                    </a:cubicBezTo>
                    <a:cubicBezTo>
                      <a:pt x="152" y="463360"/>
                      <a:pt x="-1535" y="458298"/>
                      <a:pt x="1840" y="453235"/>
                    </a:cubicBezTo>
                    <a:cubicBezTo>
                      <a:pt x="5214" y="449861"/>
                      <a:pt x="10277" y="448173"/>
                      <a:pt x="15339" y="451548"/>
                    </a:cubicBezTo>
                    <a:cubicBezTo>
                      <a:pt x="295449" y="664162"/>
                      <a:pt x="643056" y="782281"/>
                      <a:pt x="995725" y="782281"/>
                    </a:cubicBezTo>
                    <a:cubicBezTo>
                      <a:pt x="1555946" y="782281"/>
                      <a:pt x="2087481" y="483609"/>
                      <a:pt x="2379404" y="4384"/>
                    </a:cubicBezTo>
                    <a:cubicBezTo>
                      <a:pt x="2382778" y="-678"/>
                      <a:pt x="2387841" y="-678"/>
                      <a:pt x="2392903" y="1009"/>
                    </a:cubicBezTo>
                    <a:cubicBezTo>
                      <a:pt x="2397965" y="4384"/>
                      <a:pt x="2397965" y="9446"/>
                      <a:pt x="2396278" y="14508"/>
                    </a:cubicBezTo>
                    <a:cubicBezTo>
                      <a:pt x="2099293" y="498796"/>
                      <a:pt x="1562696" y="800842"/>
                      <a:pt x="995725" y="800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92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16" name="CustomShape 18"/>
              <p:cNvSpPr/>
              <p:nvPr/>
            </p:nvSpPr>
            <p:spPr>
              <a:xfrm>
                <a:off x="7516800" y="4643280"/>
                <a:ext cx="127800" cy="140400"/>
              </a:xfrm>
              <a:custGeom>
                <a:avLst/>
                <a:gdLst/>
                <a:ahLst/>
                <a:rect l="l" t="t" r="r" b="b"/>
                <a:pathLst>
                  <a:path w="128993" h="141320">
                    <a:moveTo>
                      <a:pt x="750" y="65387"/>
                    </a:moveTo>
                    <a:cubicBezTo>
                      <a:pt x="2438" y="68762"/>
                      <a:pt x="7500" y="70449"/>
                      <a:pt x="10875" y="68762"/>
                    </a:cubicBezTo>
                    <a:lnTo>
                      <a:pt x="115494" y="19827"/>
                    </a:lnTo>
                    <a:lnTo>
                      <a:pt x="115494" y="134571"/>
                    </a:lnTo>
                    <a:cubicBezTo>
                      <a:pt x="115494" y="137946"/>
                      <a:pt x="118869" y="141321"/>
                      <a:pt x="122244" y="141321"/>
                    </a:cubicBezTo>
                    <a:cubicBezTo>
                      <a:pt x="125618" y="141321"/>
                      <a:pt x="128993" y="137946"/>
                      <a:pt x="128993" y="134571"/>
                    </a:cubicBezTo>
                    <a:lnTo>
                      <a:pt x="128993" y="8015"/>
                    </a:lnTo>
                    <a:cubicBezTo>
                      <a:pt x="128993" y="4640"/>
                      <a:pt x="127306" y="2953"/>
                      <a:pt x="125618" y="1266"/>
                    </a:cubicBezTo>
                    <a:cubicBezTo>
                      <a:pt x="123931" y="-422"/>
                      <a:pt x="120556" y="-422"/>
                      <a:pt x="118869" y="1266"/>
                    </a:cubicBezTo>
                    <a:lnTo>
                      <a:pt x="4125" y="55263"/>
                    </a:lnTo>
                    <a:cubicBezTo>
                      <a:pt x="2438" y="55263"/>
                      <a:pt x="2438" y="56950"/>
                      <a:pt x="750" y="58638"/>
                    </a:cubicBezTo>
                    <a:cubicBezTo>
                      <a:pt x="750" y="60325"/>
                      <a:pt x="-938" y="63700"/>
                      <a:pt x="750" y="65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92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17" name="CustomShape 19"/>
              <p:cNvSpPr/>
              <p:nvPr/>
            </p:nvSpPr>
            <p:spPr>
              <a:xfrm>
                <a:off x="5242320" y="5096520"/>
                <a:ext cx="139680" cy="131040"/>
              </a:xfrm>
              <a:custGeom>
                <a:avLst/>
                <a:gdLst/>
                <a:ahLst/>
                <a:rect l="l" t="t" r="r" b="b"/>
                <a:pathLst>
                  <a:path w="140754" h="132280">
                    <a:moveTo>
                      <a:pt x="140754" y="15187"/>
                    </a:moveTo>
                    <a:cubicBezTo>
                      <a:pt x="140754" y="18562"/>
                      <a:pt x="137379" y="21936"/>
                      <a:pt x="132317" y="21936"/>
                    </a:cubicBezTo>
                    <a:lnTo>
                      <a:pt x="17573" y="15187"/>
                    </a:lnTo>
                    <a:lnTo>
                      <a:pt x="61446" y="121494"/>
                    </a:lnTo>
                    <a:cubicBezTo>
                      <a:pt x="63133" y="124869"/>
                      <a:pt x="61446" y="129931"/>
                      <a:pt x="58071" y="131618"/>
                    </a:cubicBezTo>
                    <a:cubicBezTo>
                      <a:pt x="54696" y="133306"/>
                      <a:pt x="49634" y="131618"/>
                      <a:pt x="47947" y="128243"/>
                    </a:cubicBezTo>
                    <a:lnTo>
                      <a:pt x="699" y="10125"/>
                    </a:lnTo>
                    <a:cubicBezTo>
                      <a:pt x="-988" y="8437"/>
                      <a:pt x="699" y="5062"/>
                      <a:pt x="2386" y="3375"/>
                    </a:cubicBezTo>
                    <a:cubicBezTo>
                      <a:pt x="4074" y="1688"/>
                      <a:pt x="5761" y="0"/>
                      <a:pt x="9136" y="0"/>
                    </a:cubicBezTo>
                    <a:lnTo>
                      <a:pt x="135692" y="6750"/>
                    </a:lnTo>
                    <a:cubicBezTo>
                      <a:pt x="137379" y="6750"/>
                      <a:pt x="139067" y="6750"/>
                      <a:pt x="139067" y="8437"/>
                    </a:cubicBezTo>
                    <a:cubicBezTo>
                      <a:pt x="139067" y="10125"/>
                      <a:pt x="140754" y="13499"/>
                      <a:pt x="140754" y="151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92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718" name="Group 20"/>
            <p:cNvGrpSpPr/>
            <p:nvPr/>
          </p:nvGrpSpPr>
          <p:grpSpPr>
            <a:xfrm>
              <a:off x="4370400" y="1910160"/>
              <a:ext cx="1593720" cy="2962440"/>
              <a:chOff x="4370400" y="1910160"/>
              <a:chExt cx="1593720" cy="2962440"/>
            </a:xfrm>
          </p:grpSpPr>
          <p:sp>
            <p:nvSpPr>
              <p:cNvPr id="719" name="CustomShape 21"/>
              <p:cNvSpPr/>
              <p:nvPr/>
            </p:nvSpPr>
            <p:spPr>
              <a:xfrm>
                <a:off x="4370400" y="1954440"/>
                <a:ext cx="1585440" cy="2911680"/>
              </a:xfrm>
              <a:custGeom>
                <a:avLst/>
                <a:gdLst/>
                <a:ahLst/>
                <a:rect l="l" t="t" r="r" b="b"/>
                <a:pathLst>
                  <a:path w="1586498" h="2912803">
                    <a:moveTo>
                      <a:pt x="315546" y="2912804"/>
                    </a:moveTo>
                    <a:cubicBezTo>
                      <a:pt x="312171" y="2912804"/>
                      <a:pt x="308796" y="2911116"/>
                      <a:pt x="307109" y="2907741"/>
                    </a:cubicBezTo>
                    <a:cubicBezTo>
                      <a:pt x="106307" y="2600633"/>
                      <a:pt x="0" y="2241214"/>
                      <a:pt x="0" y="1871671"/>
                    </a:cubicBezTo>
                    <a:cubicBezTo>
                      <a:pt x="0" y="1368822"/>
                      <a:pt x="194052" y="894659"/>
                      <a:pt x="548409" y="536928"/>
                    </a:cubicBezTo>
                    <a:cubicBezTo>
                      <a:pt x="828519" y="253443"/>
                      <a:pt x="1184563" y="67827"/>
                      <a:pt x="1576043" y="331"/>
                    </a:cubicBezTo>
                    <a:cubicBezTo>
                      <a:pt x="1581105" y="-1356"/>
                      <a:pt x="1586168" y="3706"/>
                      <a:pt x="1586168" y="8768"/>
                    </a:cubicBezTo>
                    <a:cubicBezTo>
                      <a:pt x="1587855" y="13830"/>
                      <a:pt x="1582793" y="18893"/>
                      <a:pt x="1577731" y="18893"/>
                    </a:cubicBezTo>
                    <a:cubicBezTo>
                      <a:pt x="1191313" y="84702"/>
                      <a:pt x="838644" y="268629"/>
                      <a:pt x="561908" y="548740"/>
                    </a:cubicBezTo>
                    <a:cubicBezTo>
                      <a:pt x="212614" y="903096"/>
                      <a:pt x="18562" y="1372197"/>
                      <a:pt x="18562" y="1869983"/>
                    </a:cubicBezTo>
                    <a:cubicBezTo>
                      <a:pt x="18562" y="2236152"/>
                      <a:pt x="123181" y="2590508"/>
                      <a:pt x="323983" y="2897617"/>
                    </a:cubicBezTo>
                    <a:cubicBezTo>
                      <a:pt x="327358" y="2902679"/>
                      <a:pt x="325671" y="2907741"/>
                      <a:pt x="320608" y="2911116"/>
                    </a:cubicBezTo>
                    <a:cubicBezTo>
                      <a:pt x="318921" y="2912804"/>
                      <a:pt x="317234" y="2912804"/>
                      <a:pt x="315546" y="29128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92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0" name="CustomShape 22"/>
              <p:cNvSpPr/>
              <p:nvPr/>
            </p:nvSpPr>
            <p:spPr>
              <a:xfrm>
                <a:off x="4570560" y="4732200"/>
                <a:ext cx="129600" cy="140400"/>
              </a:xfrm>
              <a:custGeom>
                <a:avLst/>
                <a:gdLst/>
                <a:ahLst/>
                <a:rect l="l" t="t" r="r" b="b"/>
                <a:pathLst>
                  <a:path w="130592" h="141320">
                    <a:moveTo>
                      <a:pt x="123843" y="0"/>
                    </a:moveTo>
                    <a:cubicBezTo>
                      <a:pt x="120468" y="0"/>
                      <a:pt x="117093" y="3375"/>
                      <a:pt x="115406" y="6750"/>
                    </a:cubicBezTo>
                    <a:lnTo>
                      <a:pt x="113719" y="121494"/>
                    </a:lnTo>
                    <a:lnTo>
                      <a:pt x="10786" y="70871"/>
                    </a:lnTo>
                    <a:cubicBezTo>
                      <a:pt x="7412" y="69184"/>
                      <a:pt x="2349" y="70871"/>
                      <a:pt x="662" y="74246"/>
                    </a:cubicBezTo>
                    <a:cubicBezTo>
                      <a:pt x="-1025" y="77621"/>
                      <a:pt x="662" y="82683"/>
                      <a:pt x="4037" y="84371"/>
                    </a:cubicBezTo>
                    <a:lnTo>
                      <a:pt x="118781" y="140055"/>
                    </a:lnTo>
                    <a:cubicBezTo>
                      <a:pt x="120468" y="141742"/>
                      <a:pt x="123843" y="141742"/>
                      <a:pt x="125530" y="140055"/>
                    </a:cubicBezTo>
                    <a:cubicBezTo>
                      <a:pt x="127218" y="138368"/>
                      <a:pt x="128905" y="136680"/>
                      <a:pt x="128905" y="133305"/>
                    </a:cubicBezTo>
                    <a:lnTo>
                      <a:pt x="130593" y="6750"/>
                    </a:lnTo>
                    <a:cubicBezTo>
                      <a:pt x="130593" y="5062"/>
                      <a:pt x="130593" y="3375"/>
                      <a:pt x="128905" y="3375"/>
                    </a:cubicBezTo>
                    <a:cubicBezTo>
                      <a:pt x="128905" y="1687"/>
                      <a:pt x="127218" y="0"/>
                      <a:pt x="1238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92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1" name="CustomShape 23"/>
              <p:cNvSpPr/>
              <p:nvPr/>
            </p:nvSpPr>
            <p:spPr>
              <a:xfrm>
                <a:off x="5830200" y="1910160"/>
                <a:ext cx="133920" cy="147240"/>
              </a:xfrm>
              <a:custGeom>
                <a:avLst/>
                <a:gdLst/>
                <a:ahLst/>
                <a:rect l="l" t="t" r="r" b="b"/>
                <a:pathLst>
                  <a:path w="134992" h="148165">
                    <a:moveTo>
                      <a:pt x="30373" y="145779"/>
                    </a:moveTo>
                    <a:cubicBezTo>
                      <a:pt x="26999" y="142405"/>
                      <a:pt x="26999" y="137342"/>
                      <a:pt x="30373" y="135655"/>
                    </a:cubicBezTo>
                    <a:lnTo>
                      <a:pt x="113057" y="56347"/>
                    </a:lnTo>
                    <a:lnTo>
                      <a:pt x="5062" y="14161"/>
                    </a:lnTo>
                    <a:cubicBezTo>
                      <a:pt x="1687" y="12474"/>
                      <a:pt x="0" y="9099"/>
                      <a:pt x="0" y="4037"/>
                    </a:cubicBezTo>
                    <a:cubicBezTo>
                      <a:pt x="3375" y="662"/>
                      <a:pt x="8437" y="-1025"/>
                      <a:pt x="11812" y="662"/>
                    </a:cubicBezTo>
                    <a:lnTo>
                      <a:pt x="129931" y="46222"/>
                    </a:lnTo>
                    <a:cubicBezTo>
                      <a:pt x="131618" y="47910"/>
                      <a:pt x="133306" y="49597"/>
                      <a:pt x="134993" y="51284"/>
                    </a:cubicBezTo>
                    <a:cubicBezTo>
                      <a:pt x="134993" y="52972"/>
                      <a:pt x="134993" y="56347"/>
                      <a:pt x="133306" y="58034"/>
                    </a:cubicBezTo>
                    <a:lnTo>
                      <a:pt x="42185" y="145779"/>
                    </a:lnTo>
                    <a:cubicBezTo>
                      <a:pt x="40498" y="147467"/>
                      <a:pt x="40498" y="147467"/>
                      <a:pt x="38811" y="147467"/>
                    </a:cubicBezTo>
                    <a:cubicBezTo>
                      <a:pt x="35436" y="149154"/>
                      <a:pt x="32061" y="147467"/>
                      <a:pt x="30373" y="1457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92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722" name="Group 24"/>
            <p:cNvGrpSpPr/>
            <p:nvPr/>
          </p:nvGrpSpPr>
          <p:grpSpPr>
            <a:xfrm>
              <a:off x="6518520" y="2114280"/>
              <a:ext cx="1498320" cy="2067120"/>
              <a:chOff x="6518520" y="2114280"/>
              <a:chExt cx="1498320" cy="2067120"/>
            </a:xfrm>
          </p:grpSpPr>
          <p:sp>
            <p:nvSpPr>
              <p:cNvPr id="723" name="CustomShape 25"/>
              <p:cNvSpPr/>
              <p:nvPr/>
            </p:nvSpPr>
            <p:spPr>
              <a:xfrm>
                <a:off x="6528600" y="2162160"/>
                <a:ext cx="1434960" cy="2010240"/>
              </a:xfrm>
              <a:custGeom>
                <a:avLst/>
                <a:gdLst/>
                <a:ahLst/>
                <a:rect l="l" t="t" r="r" b="b"/>
                <a:pathLst>
                  <a:path w="1435987" h="2011394">
                    <a:moveTo>
                      <a:pt x="1398865" y="2011395"/>
                    </a:moveTo>
                    <a:cubicBezTo>
                      <a:pt x="1398865" y="2011395"/>
                      <a:pt x="1397178" y="2011395"/>
                      <a:pt x="1397178" y="2011395"/>
                    </a:cubicBezTo>
                    <a:cubicBezTo>
                      <a:pt x="1392115" y="2009707"/>
                      <a:pt x="1388740" y="2006332"/>
                      <a:pt x="1390428" y="1999583"/>
                    </a:cubicBezTo>
                    <a:cubicBezTo>
                      <a:pt x="1408989" y="1896651"/>
                      <a:pt x="1419114" y="1790344"/>
                      <a:pt x="1419114" y="1685724"/>
                    </a:cubicBezTo>
                    <a:cubicBezTo>
                      <a:pt x="1419114" y="857205"/>
                      <a:pt x="826832" y="155242"/>
                      <a:pt x="8437" y="18562"/>
                    </a:cubicBezTo>
                    <a:cubicBezTo>
                      <a:pt x="3375" y="16874"/>
                      <a:pt x="0" y="13499"/>
                      <a:pt x="0" y="8437"/>
                    </a:cubicBezTo>
                    <a:cubicBezTo>
                      <a:pt x="1688" y="3375"/>
                      <a:pt x="5062" y="0"/>
                      <a:pt x="10125" y="0"/>
                    </a:cubicBezTo>
                    <a:cubicBezTo>
                      <a:pt x="403292" y="65809"/>
                      <a:pt x="764398" y="269986"/>
                      <a:pt x="1025947" y="577095"/>
                    </a:cubicBezTo>
                    <a:cubicBezTo>
                      <a:pt x="1290870" y="885891"/>
                      <a:pt x="1435988" y="1280746"/>
                      <a:pt x="1435988" y="1685724"/>
                    </a:cubicBezTo>
                    <a:cubicBezTo>
                      <a:pt x="1435988" y="1793719"/>
                      <a:pt x="1425863" y="1900026"/>
                      <a:pt x="1407302" y="2004645"/>
                    </a:cubicBezTo>
                    <a:cubicBezTo>
                      <a:pt x="1407302" y="2008020"/>
                      <a:pt x="1403927" y="2011395"/>
                      <a:pt x="1398865" y="2011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92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4" name="CustomShape 26"/>
              <p:cNvSpPr/>
              <p:nvPr/>
            </p:nvSpPr>
            <p:spPr>
              <a:xfrm>
                <a:off x="6518520" y="2114280"/>
                <a:ext cx="132840" cy="147960"/>
              </a:xfrm>
              <a:custGeom>
                <a:avLst/>
                <a:gdLst/>
                <a:ahLst/>
                <a:rect l="l" t="t" r="r" b="b"/>
                <a:pathLst>
                  <a:path w="133967" h="149154">
                    <a:moveTo>
                      <a:pt x="107994" y="147467"/>
                    </a:moveTo>
                    <a:cubicBezTo>
                      <a:pt x="111369" y="144092"/>
                      <a:pt x="111369" y="139030"/>
                      <a:pt x="107994" y="137342"/>
                    </a:cubicBezTo>
                    <a:lnTo>
                      <a:pt x="23624" y="59721"/>
                    </a:lnTo>
                    <a:lnTo>
                      <a:pt x="129931" y="14161"/>
                    </a:lnTo>
                    <a:cubicBezTo>
                      <a:pt x="133305" y="12474"/>
                      <a:pt x="134993" y="7412"/>
                      <a:pt x="133305" y="4037"/>
                    </a:cubicBezTo>
                    <a:cubicBezTo>
                      <a:pt x="131618" y="662"/>
                      <a:pt x="126556" y="-1025"/>
                      <a:pt x="123181" y="662"/>
                    </a:cubicBezTo>
                    <a:lnTo>
                      <a:pt x="5062" y="49597"/>
                    </a:lnTo>
                    <a:cubicBezTo>
                      <a:pt x="3375" y="51284"/>
                      <a:pt x="1687" y="52972"/>
                      <a:pt x="0" y="54659"/>
                    </a:cubicBezTo>
                    <a:cubicBezTo>
                      <a:pt x="0" y="58034"/>
                      <a:pt x="0" y="59721"/>
                      <a:pt x="1687" y="61409"/>
                    </a:cubicBezTo>
                    <a:lnTo>
                      <a:pt x="94495" y="147467"/>
                    </a:lnTo>
                    <a:cubicBezTo>
                      <a:pt x="96182" y="149154"/>
                      <a:pt x="96182" y="149154"/>
                      <a:pt x="97870" y="149154"/>
                    </a:cubicBezTo>
                    <a:cubicBezTo>
                      <a:pt x="104620" y="149154"/>
                      <a:pt x="106307" y="149154"/>
                      <a:pt x="107994" y="1474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92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5" name="CustomShape 27"/>
              <p:cNvSpPr/>
              <p:nvPr/>
            </p:nvSpPr>
            <p:spPr>
              <a:xfrm>
                <a:off x="7868520" y="4049640"/>
                <a:ext cx="148320" cy="131760"/>
              </a:xfrm>
              <a:custGeom>
                <a:avLst/>
                <a:gdLst/>
                <a:ahLst/>
                <a:rect l="l" t="t" r="r" b="b"/>
                <a:pathLst>
                  <a:path w="149335" h="132979">
                    <a:moveTo>
                      <a:pt x="5062" y="662"/>
                    </a:moveTo>
                    <a:cubicBezTo>
                      <a:pt x="8437" y="-1025"/>
                      <a:pt x="13499" y="662"/>
                      <a:pt x="15187" y="4037"/>
                    </a:cubicBezTo>
                    <a:lnTo>
                      <a:pt x="59059" y="110344"/>
                    </a:lnTo>
                    <a:lnTo>
                      <a:pt x="136680" y="25973"/>
                    </a:lnTo>
                    <a:cubicBezTo>
                      <a:pt x="140055" y="22598"/>
                      <a:pt x="143430" y="22598"/>
                      <a:pt x="146805" y="25973"/>
                    </a:cubicBezTo>
                    <a:cubicBezTo>
                      <a:pt x="150180" y="29348"/>
                      <a:pt x="150180" y="32723"/>
                      <a:pt x="146805" y="36098"/>
                    </a:cubicBezTo>
                    <a:lnTo>
                      <a:pt x="60747" y="130593"/>
                    </a:lnTo>
                    <a:cubicBezTo>
                      <a:pt x="59059" y="132280"/>
                      <a:pt x="55685" y="133968"/>
                      <a:pt x="53997" y="132280"/>
                    </a:cubicBezTo>
                    <a:cubicBezTo>
                      <a:pt x="50622" y="132280"/>
                      <a:pt x="48935" y="130593"/>
                      <a:pt x="48935" y="127218"/>
                    </a:cubicBezTo>
                    <a:lnTo>
                      <a:pt x="0" y="10786"/>
                    </a:lnTo>
                    <a:cubicBezTo>
                      <a:pt x="0" y="9099"/>
                      <a:pt x="0" y="7412"/>
                      <a:pt x="0" y="7412"/>
                    </a:cubicBezTo>
                    <a:cubicBezTo>
                      <a:pt x="0" y="4037"/>
                      <a:pt x="1687" y="2349"/>
                      <a:pt x="5062" y="6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92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726" name="CustomShape 28"/>
            <p:cNvSpPr/>
            <p:nvPr/>
          </p:nvSpPr>
          <p:spPr>
            <a:xfrm>
              <a:off x="5145120" y="2703960"/>
              <a:ext cx="2158920" cy="2158920"/>
            </a:xfrm>
            <a:custGeom>
              <a:avLst/>
              <a:gdLst/>
              <a:ahLst/>
              <a:rect l="l" t="t" r="r" b="b"/>
              <a:pathLst>
                <a:path w="2159887" h="2159886">
                  <a:moveTo>
                    <a:pt x="2159888" y="1079943"/>
                  </a:moveTo>
                  <a:cubicBezTo>
                    <a:pt x="2159888" y="1676380"/>
                    <a:pt x="1676380" y="2159887"/>
                    <a:pt x="1079944" y="2159887"/>
                  </a:cubicBezTo>
                  <a:cubicBezTo>
                    <a:pt x="483507" y="2159887"/>
                    <a:pt x="0" y="1676380"/>
                    <a:pt x="0" y="1079944"/>
                  </a:cubicBezTo>
                  <a:cubicBezTo>
                    <a:pt x="0" y="483507"/>
                    <a:pt x="483507" y="0"/>
                    <a:pt x="1079944" y="0"/>
                  </a:cubicBezTo>
                  <a:cubicBezTo>
                    <a:pt x="1676380" y="0"/>
                    <a:pt x="2159888" y="483507"/>
                    <a:pt x="2159888" y="1079943"/>
                  </a:cubicBezTo>
                  <a:close/>
                </a:path>
              </a:pathLst>
            </a:custGeom>
            <a:solidFill>
              <a:srgbClr val="ffffff"/>
            </a:solidFill>
            <a:ln w="1692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7" name="Group 29"/>
          <p:cNvGrpSpPr/>
          <p:nvPr/>
        </p:nvGrpSpPr>
        <p:grpSpPr>
          <a:xfrm>
            <a:off x="8345880" y="2089080"/>
            <a:ext cx="3370680" cy="1208880"/>
            <a:chOff x="8345880" y="2089080"/>
            <a:chExt cx="3370680" cy="1208880"/>
          </a:xfrm>
        </p:grpSpPr>
        <p:sp>
          <p:nvSpPr>
            <p:cNvPr id="728" name="CustomShape 30"/>
            <p:cNvSpPr/>
            <p:nvPr/>
          </p:nvSpPr>
          <p:spPr>
            <a:xfrm>
              <a:off x="8823600" y="2355840"/>
              <a:ext cx="2892960" cy="9421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Lorem ipsum dolor sit amet, consectetur adipiscing elit. Nunc bibendum eleifend tortor, non porta justo gravida posuere</a:t>
              </a:r>
              <a:r>
                <a:rPr b="0" lang="en-US" sz="9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.</a:t>
              </a:r>
              <a:endParaRPr b="0" lang="en-US" sz="900" spc="-1" strike="noStrike">
                <a:latin typeface="Arial"/>
              </a:endParaRPr>
            </a:p>
          </p:txBody>
        </p:sp>
        <p:sp>
          <p:nvSpPr>
            <p:cNvPr id="729" name="CustomShape 31"/>
            <p:cNvSpPr/>
            <p:nvPr/>
          </p:nvSpPr>
          <p:spPr>
            <a:xfrm>
              <a:off x="8823600" y="2095560"/>
              <a:ext cx="2892960" cy="333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Your text here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730" name="CustomShape 32"/>
            <p:cNvSpPr/>
            <p:nvPr/>
          </p:nvSpPr>
          <p:spPr>
            <a:xfrm>
              <a:off x="8345880" y="2089080"/>
              <a:ext cx="481680" cy="5162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2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3.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731" name="Group 33"/>
          <p:cNvGrpSpPr/>
          <p:nvPr/>
        </p:nvGrpSpPr>
        <p:grpSpPr>
          <a:xfrm>
            <a:off x="8351280" y="3770280"/>
            <a:ext cx="3370680" cy="1208880"/>
            <a:chOff x="8351280" y="3770280"/>
            <a:chExt cx="3370680" cy="1208880"/>
          </a:xfrm>
        </p:grpSpPr>
        <p:sp>
          <p:nvSpPr>
            <p:cNvPr id="732" name="CustomShape 34"/>
            <p:cNvSpPr/>
            <p:nvPr/>
          </p:nvSpPr>
          <p:spPr>
            <a:xfrm>
              <a:off x="8829000" y="4037040"/>
              <a:ext cx="2892960" cy="9421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Lorem ipsum dolor sit amet, consectetur adipiscing elit. Nunc bibendum eleifend tortor, non porta justo gravida posuere.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733" name="CustomShape 35"/>
            <p:cNvSpPr/>
            <p:nvPr/>
          </p:nvSpPr>
          <p:spPr>
            <a:xfrm>
              <a:off x="8829000" y="3776760"/>
              <a:ext cx="2892960" cy="333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Your text here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734" name="CustomShape 36"/>
            <p:cNvSpPr/>
            <p:nvPr/>
          </p:nvSpPr>
          <p:spPr>
            <a:xfrm>
              <a:off x="8351280" y="3770280"/>
              <a:ext cx="481680" cy="5162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2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4.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CustomShape 1"/>
          <p:cNvSpPr/>
          <p:nvPr/>
        </p:nvSpPr>
        <p:spPr>
          <a:xfrm>
            <a:off x="571680" y="373320"/>
            <a:ext cx="40971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Timeline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6" name="Line 2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7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8" name="CustomShape 4"/>
          <p:cNvSpPr/>
          <p:nvPr/>
        </p:nvSpPr>
        <p:spPr>
          <a:xfrm>
            <a:off x="5167080" y="3242880"/>
            <a:ext cx="1732320" cy="209520"/>
          </a:xfrm>
          <a:prstGeom prst="rect">
            <a:avLst/>
          </a:prstGeom>
          <a:solidFill>
            <a:srgbClr val="5a227f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9" name="CustomShape 5"/>
          <p:cNvSpPr/>
          <p:nvPr/>
        </p:nvSpPr>
        <p:spPr>
          <a:xfrm>
            <a:off x="7739280" y="3251520"/>
            <a:ext cx="3013560" cy="184680"/>
          </a:xfrm>
          <a:prstGeom prst="rect">
            <a:avLst/>
          </a:prstGeom>
          <a:solidFill>
            <a:srgbClr val="d46c84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0" name="CustomShape 6"/>
          <p:cNvSpPr/>
          <p:nvPr/>
        </p:nvSpPr>
        <p:spPr>
          <a:xfrm>
            <a:off x="1315440" y="3274200"/>
            <a:ext cx="3024720" cy="178200"/>
          </a:xfrm>
          <a:prstGeom prst="rect">
            <a:avLst/>
          </a:prstGeom>
          <a:solidFill>
            <a:srgbClr val="64acdd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1" name="CustomShape 7"/>
          <p:cNvSpPr/>
          <p:nvPr/>
        </p:nvSpPr>
        <p:spPr>
          <a:xfrm>
            <a:off x="0" y="4689000"/>
            <a:ext cx="171900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9bda"/>
                </a:solidFill>
                <a:latin typeface="Arial"/>
                <a:ea typeface="DejaVu Sans"/>
              </a:rPr>
              <a:t>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42" name="Line 8"/>
          <p:cNvSpPr/>
          <p:nvPr/>
        </p:nvSpPr>
        <p:spPr>
          <a:xfrm flipV="1">
            <a:off x="858240" y="3809160"/>
            <a:ext cx="0" cy="738720"/>
          </a:xfrm>
          <a:prstGeom prst="line">
            <a:avLst/>
          </a:prstGeom>
          <a:ln>
            <a:solidFill>
              <a:srgbClr val="009b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3" name="CustomShape 9"/>
          <p:cNvSpPr/>
          <p:nvPr/>
        </p:nvSpPr>
        <p:spPr>
          <a:xfrm>
            <a:off x="2065680" y="3274200"/>
            <a:ext cx="180720" cy="180720"/>
          </a:xfrm>
          <a:prstGeom prst="ellipse">
            <a:avLst/>
          </a:prstGeom>
          <a:solidFill>
            <a:srgbClr val="009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4" name="CustomShape 10"/>
          <p:cNvSpPr/>
          <p:nvPr/>
        </p:nvSpPr>
        <p:spPr>
          <a:xfrm>
            <a:off x="1805040" y="6248160"/>
            <a:ext cx="77688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8585a"/>
                </a:solidFill>
                <a:latin typeface="Arial"/>
                <a:ea typeface="DejaVu Sans"/>
              </a:rPr>
              <a:t>3 MONTHS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45" name="CustomShape 11"/>
          <p:cNvSpPr/>
          <p:nvPr/>
        </p:nvSpPr>
        <p:spPr>
          <a:xfrm>
            <a:off x="4340880" y="6248160"/>
            <a:ext cx="77688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8585a"/>
                </a:solidFill>
                <a:latin typeface="Arial"/>
                <a:ea typeface="DejaVu Sans"/>
              </a:rPr>
              <a:t>1 MONTH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46" name="Line 12"/>
          <p:cNvSpPr/>
          <p:nvPr/>
        </p:nvSpPr>
        <p:spPr>
          <a:xfrm flipV="1">
            <a:off x="4757760" y="2374920"/>
            <a:ext cx="0" cy="63432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7" name="CustomShape 13"/>
          <p:cNvSpPr/>
          <p:nvPr/>
        </p:nvSpPr>
        <p:spPr>
          <a:xfrm>
            <a:off x="5212800" y="4774320"/>
            <a:ext cx="171900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582a8b"/>
                </a:solidFill>
                <a:latin typeface="Arial"/>
                <a:ea typeface="DejaVu Sans"/>
              </a:rPr>
              <a:t>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48" name="Line 14"/>
          <p:cNvSpPr/>
          <p:nvPr/>
        </p:nvSpPr>
        <p:spPr>
          <a:xfrm flipV="1">
            <a:off x="6030720" y="3679560"/>
            <a:ext cx="0" cy="917280"/>
          </a:xfrm>
          <a:prstGeom prst="line">
            <a:avLst/>
          </a:prstGeom>
          <a:ln>
            <a:solidFill>
              <a:srgbClr val="582b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9" name="Line 15"/>
          <p:cNvSpPr/>
          <p:nvPr/>
        </p:nvSpPr>
        <p:spPr>
          <a:xfrm flipV="1">
            <a:off x="7349760" y="2182320"/>
            <a:ext cx="0" cy="826920"/>
          </a:xfrm>
          <a:prstGeom prst="line">
            <a:avLst/>
          </a:prstGeom>
          <a:ln>
            <a:solidFill>
              <a:srgbClr val="ee2e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0" name="CustomShape 16"/>
          <p:cNvSpPr/>
          <p:nvPr/>
        </p:nvSpPr>
        <p:spPr>
          <a:xfrm>
            <a:off x="8027280" y="4676040"/>
            <a:ext cx="126576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ef2c24"/>
                </a:solidFill>
                <a:latin typeface="Arial"/>
                <a:ea typeface="DejaVu Sans"/>
              </a:rPr>
              <a:t>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51" name="Line 17"/>
          <p:cNvSpPr/>
          <p:nvPr/>
        </p:nvSpPr>
        <p:spPr>
          <a:xfrm flipV="1">
            <a:off x="9905400" y="1551600"/>
            <a:ext cx="0" cy="1324080"/>
          </a:xfrm>
          <a:prstGeom prst="line">
            <a:avLst/>
          </a:prstGeom>
          <a:ln>
            <a:solidFill>
              <a:srgbClr val="ee2e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2" name="CustomShape 18"/>
          <p:cNvSpPr/>
          <p:nvPr/>
        </p:nvSpPr>
        <p:spPr>
          <a:xfrm>
            <a:off x="10605240" y="4794840"/>
            <a:ext cx="126576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ef2c24"/>
                </a:solidFill>
                <a:latin typeface="Arial"/>
                <a:ea typeface="DejaVu Sans"/>
              </a:rPr>
              <a:t>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53" name="Line 19"/>
          <p:cNvSpPr/>
          <p:nvPr/>
        </p:nvSpPr>
        <p:spPr>
          <a:xfrm flipV="1">
            <a:off x="11238480" y="3667320"/>
            <a:ext cx="0" cy="964440"/>
          </a:xfrm>
          <a:prstGeom prst="line">
            <a:avLst/>
          </a:prstGeom>
          <a:ln>
            <a:solidFill>
              <a:srgbClr val="ee2e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4" name="CustomShape 20"/>
          <p:cNvSpPr/>
          <p:nvPr/>
        </p:nvSpPr>
        <p:spPr>
          <a:xfrm>
            <a:off x="448920" y="2921040"/>
            <a:ext cx="887040" cy="887040"/>
          </a:xfrm>
          <a:prstGeom prst="ellipse">
            <a:avLst/>
          </a:prstGeom>
          <a:solidFill>
            <a:srgbClr val="009bd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5" name="CustomShape 21"/>
          <p:cNvSpPr/>
          <p:nvPr/>
        </p:nvSpPr>
        <p:spPr>
          <a:xfrm>
            <a:off x="1737360" y="2900520"/>
            <a:ext cx="887040" cy="887040"/>
          </a:xfrm>
          <a:prstGeom prst="ellipse">
            <a:avLst/>
          </a:prstGeom>
          <a:solidFill>
            <a:srgbClr val="009bd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6" name="CustomShape 22"/>
          <p:cNvSpPr/>
          <p:nvPr/>
        </p:nvSpPr>
        <p:spPr>
          <a:xfrm>
            <a:off x="1315440" y="5416200"/>
            <a:ext cx="171900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9bda"/>
                </a:solidFill>
                <a:latin typeface="Arial"/>
                <a:ea typeface="DejaVu Sans"/>
              </a:rPr>
              <a:t>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57" name="Line 23"/>
          <p:cNvSpPr/>
          <p:nvPr/>
        </p:nvSpPr>
        <p:spPr>
          <a:xfrm flipV="1">
            <a:off x="2173680" y="3788640"/>
            <a:ext cx="7560" cy="1486440"/>
          </a:xfrm>
          <a:prstGeom prst="line">
            <a:avLst/>
          </a:prstGeom>
          <a:ln>
            <a:solidFill>
              <a:srgbClr val="009b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8" name="CustomShape 24"/>
          <p:cNvSpPr/>
          <p:nvPr/>
        </p:nvSpPr>
        <p:spPr>
          <a:xfrm>
            <a:off x="2626920" y="4310280"/>
            <a:ext cx="171900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9bda"/>
                </a:solidFill>
                <a:latin typeface="Arial"/>
                <a:ea typeface="DejaVu Sans"/>
              </a:rPr>
              <a:t>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59" name="Line 25"/>
          <p:cNvSpPr/>
          <p:nvPr/>
        </p:nvSpPr>
        <p:spPr>
          <a:xfrm flipH="1" flipV="1">
            <a:off x="3492360" y="3774960"/>
            <a:ext cx="1440" cy="433440"/>
          </a:xfrm>
          <a:prstGeom prst="line">
            <a:avLst/>
          </a:prstGeom>
          <a:ln>
            <a:solidFill>
              <a:srgbClr val="009b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0" name="CustomShape 26"/>
          <p:cNvSpPr/>
          <p:nvPr/>
        </p:nvSpPr>
        <p:spPr>
          <a:xfrm>
            <a:off x="3873240" y="1739160"/>
            <a:ext cx="171900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70c0"/>
                </a:solidFill>
                <a:latin typeface="Arial"/>
                <a:ea typeface="DejaVu Sans"/>
              </a:rPr>
              <a:t>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61" name="CustomShape 27"/>
          <p:cNvSpPr/>
          <p:nvPr/>
        </p:nvSpPr>
        <p:spPr>
          <a:xfrm>
            <a:off x="8866080" y="6253560"/>
            <a:ext cx="9180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8585a"/>
                </a:solidFill>
                <a:latin typeface="Arial"/>
                <a:ea typeface="DejaVu Sans"/>
              </a:rPr>
              <a:t>3-4 YEARS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62" name="CustomShape 28"/>
          <p:cNvSpPr/>
          <p:nvPr/>
        </p:nvSpPr>
        <p:spPr>
          <a:xfrm>
            <a:off x="4313520" y="2916000"/>
            <a:ext cx="887040" cy="887040"/>
          </a:xfrm>
          <a:prstGeom prst="ellipse">
            <a:avLst/>
          </a:prstGeom>
          <a:solidFill>
            <a:srgbClr val="0070c0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3" name="CustomShape 29"/>
          <p:cNvSpPr/>
          <p:nvPr/>
        </p:nvSpPr>
        <p:spPr>
          <a:xfrm>
            <a:off x="3025440" y="2900520"/>
            <a:ext cx="887040" cy="887040"/>
          </a:xfrm>
          <a:prstGeom prst="ellipse">
            <a:avLst/>
          </a:prstGeom>
          <a:solidFill>
            <a:srgbClr val="009bda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4" name="CustomShape 30"/>
          <p:cNvSpPr/>
          <p:nvPr/>
        </p:nvSpPr>
        <p:spPr>
          <a:xfrm>
            <a:off x="8178120" y="2863800"/>
            <a:ext cx="887040" cy="887040"/>
          </a:xfrm>
          <a:prstGeom prst="ellipse">
            <a:avLst/>
          </a:prstGeom>
          <a:solidFill>
            <a:srgbClr val="e66258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5" name="CustomShape 31"/>
          <p:cNvSpPr/>
          <p:nvPr/>
        </p:nvSpPr>
        <p:spPr>
          <a:xfrm>
            <a:off x="10744200" y="2897280"/>
            <a:ext cx="887040" cy="887040"/>
          </a:xfrm>
          <a:prstGeom prst="ellipse">
            <a:avLst/>
          </a:prstGeom>
          <a:solidFill>
            <a:srgbClr val="ef2c24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6" name="CustomShape 32"/>
          <p:cNvSpPr/>
          <p:nvPr/>
        </p:nvSpPr>
        <p:spPr>
          <a:xfrm>
            <a:off x="6890040" y="2899080"/>
            <a:ext cx="887040" cy="887040"/>
          </a:xfrm>
          <a:prstGeom prst="ellipse">
            <a:avLst/>
          </a:prstGeom>
          <a:solidFill>
            <a:srgbClr val="f7746d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7" name="CustomShape 33"/>
          <p:cNvSpPr/>
          <p:nvPr/>
        </p:nvSpPr>
        <p:spPr>
          <a:xfrm>
            <a:off x="5601960" y="2887200"/>
            <a:ext cx="887040" cy="887040"/>
          </a:xfrm>
          <a:prstGeom prst="ellipse">
            <a:avLst/>
          </a:prstGeom>
          <a:solidFill>
            <a:srgbClr val="582a8b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8" name="CustomShape 34"/>
          <p:cNvSpPr/>
          <p:nvPr/>
        </p:nvSpPr>
        <p:spPr>
          <a:xfrm>
            <a:off x="9466560" y="2887200"/>
            <a:ext cx="887040" cy="887040"/>
          </a:xfrm>
          <a:prstGeom prst="ellipse">
            <a:avLst/>
          </a:prstGeom>
          <a:solidFill>
            <a:srgbClr val="ef2c24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9" name="CustomShape 35"/>
          <p:cNvSpPr/>
          <p:nvPr/>
        </p:nvSpPr>
        <p:spPr>
          <a:xfrm>
            <a:off x="6490080" y="1722240"/>
            <a:ext cx="171900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ef2c24"/>
                </a:solidFill>
                <a:latin typeface="Arial"/>
                <a:ea typeface="DejaVu Sans"/>
              </a:rPr>
              <a:t>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70" name="CustomShape 36"/>
          <p:cNvSpPr/>
          <p:nvPr/>
        </p:nvSpPr>
        <p:spPr>
          <a:xfrm>
            <a:off x="8955000" y="902520"/>
            <a:ext cx="1900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ef2c24"/>
                </a:solidFill>
                <a:latin typeface="Arial"/>
                <a:ea typeface="DejaVu Sans"/>
              </a:rPr>
              <a:t>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71" name="Line 37"/>
          <p:cNvSpPr/>
          <p:nvPr/>
        </p:nvSpPr>
        <p:spPr>
          <a:xfrm flipV="1">
            <a:off x="8622360" y="3632040"/>
            <a:ext cx="0" cy="964800"/>
          </a:xfrm>
          <a:prstGeom prst="line">
            <a:avLst/>
          </a:prstGeom>
          <a:ln>
            <a:solidFill>
              <a:srgbClr val="ee2e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2" name="CustomShape 38"/>
          <p:cNvSpPr/>
          <p:nvPr/>
        </p:nvSpPr>
        <p:spPr>
          <a:xfrm rot="5400000">
            <a:off x="2162160" y="4422240"/>
            <a:ext cx="228600" cy="3356640"/>
          </a:xfrm>
          <a:prstGeom prst="rightBracket">
            <a:avLst>
              <a:gd name="adj" fmla="val 8333"/>
            </a:avLst>
          </a:prstGeom>
          <a:noFill/>
          <a:ln w="38160">
            <a:solidFill>
              <a:srgbClr val="009b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3" name="CustomShape 39"/>
          <p:cNvSpPr/>
          <p:nvPr/>
        </p:nvSpPr>
        <p:spPr>
          <a:xfrm rot="5400000">
            <a:off x="4569840" y="5517720"/>
            <a:ext cx="231480" cy="1168920"/>
          </a:xfrm>
          <a:prstGeom prst="rightBracket">
            <a:avLst>
              <a:gd name="adj" fmla="val 8333"/>
            </a:avLst>
          </a:prstGeom>
          <a:noFill/>
          <a:ln w="3816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4" name="CustomShape 40"/>
          <p:cNvSpPr/>
          <p:nvPr/>
        </p:nvSpPr>
        <p:spPr>
          <a:xfrm>
            <a:off x="5643000" y="6245280"/>
            <a:ext cx="77688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8585a"/>
                </a:solidFill>
                <a:latin typeface="Arial"/>
                <a:ea typeface="DejaVu Sans"/>
              </a:rPr>
              <a:t>1 MONTH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75" name="CustomShape 41"/>
          <p:cNvSpPr/>
          <p:nvPr/>
        </p:nvSpPr>
        <p:spPr>
          <a:xfrm rot="5400000">
            <a:off x="5871600" y="5514480"/>
            <a:ext cx="231480" cy="1168920"/>
          </a:xfrm>
          <a:prstGeom prst="rightBracket">
            <a:avLst>
              <a:gd name="adj" fmla="val 8333"/>
            </a:avLst>
          </a:prstGeom>
          <a:noFill/>
          <a:ln w="38160">
            <a:solidFill>
              <a:srgbClr val="582a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6" name="CustomShape 42"/>
          <p:cNvSpPr/>
          <p:nvPr/>
        </p:nvSpPr>
        <p:spPr>
          <a:xfrm rot="5400000">
            <a:off x="8946720" y="3748320"/>
            <a:ext cx="229680" cy="4713480"/>
          </a:xfrm>
          <a:prstGeom prst="rightBracket">
            <a:avLst>
              <a:gd name="adj" fmla="val 8333"/>
            </a:avLst>
          </a:prstGeom>
          <a:noFill/>
          <a:ln w="38160">
            <a:solidFill>
              <a:srgbClr val="ef2c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777" name="Graphic 126" descr=""/>
          <p:cNvPicPr/>
          <p:nvPr/>
        </p:nvPicPr>
        <p:blipFill>
          <a:blip r:embed="rId1"/>
          <a:stretch/>
        </p:blipFill>
        <p:spPr>
          <a:xfrm>
            <a:off x="551160" y="2988360"/>
            <a:ext cx="660960" cy="660960"/>
          </a:xfrm>
          <a:prstGeom prst="rect">
            <a:avLst/>
          </a:prstGeom>
          <a:ln>
            <a:noFill/>
          </a:ln>
        </p:spPr>
      </p:pic>
      <p:pic>
        <p:nvPicPr>
          <p:cNvPr id="778" name="Graphic 131" descr=""/>
          <p:cNvPicPr/>
          <p:nvPr/>
        </p:nvPicPr>
        <p:blipFill>
          <a:blip r:embed="rId2"/>
          <a:stretch/>
        </p:blipFill>
        <p:spPr>
          <a:xfrm>
            <a:off x="1909800" y="3048120"/>
            <a:ext cx="639720" cy="639720"/>
          </a:xfrm>
          <a:prstGeom prst="rect">
            <a:avLst/>
          </a:prstGeom>
          <a:ln>
            <a:noFill/>
          </a:ln>
        </p:spPr>
      </p:pic>
      <p:pic>
        <p:nvPicPr>
          <p:cNvPr id="779" name="Graphic 141" descr=""/>
          <p:cNvPicPr/>
          <p:nvPr/>
        </p:nvPicPr>
        <p:blipFill>
          <a:blip r:embed="rId3"/>
          <a:stretch/>
        </p:blipFill>
        <p:spPr>
          <a:xfrm>
            <a:off x="4392360" y="3048120"/>
            <a:ext cx="648000" cy="648000"/>
          </a:xfrm>
          <a:prstGeom prst="rect">
            <a:avLst/>
          </a:prstGeom>
          <a:ln>
            <a:noFill/>
          </a:ln>
        </p:spPr>
      </p:pic>
      <p:pic>
        <p:nvPicPr>
          <p:cNvPr id="780" name="Graphic 142" descr=""/>
          <p:cNvPicPr/>
          <p:nvPr/>
        </p:nvPicPr>
        <p:blipFill>
          <a:blip r:embed="rId4"/>
          <a:stretch/>
        </p:blipFill>
        <p:spPr>
          <a:xfrm>
            <a:off x="3085560" y="2913120"/>
            <a:ext cx="732240" cy="732240"/>
          </a:xfrm>
          <a:prstGeom prst="rect">
            <a:avLst/>
          </a:prstGeom>
          <a:ln>
            <a:noFill/>
          </a:ln>
        </p:spPr>
      </p:pic>
      <p:pic>
        <p:nvPicPr>
          <p:cNvPr id="781" name="Graphic 143" descr=""/>
          <p:cNvPicPr/>
          <p:nvPr/>
        </p:nvPicPr>
        <p:blipFill>
          <a:blip r:embed="rId5"/>
          <a:stretch/>
        </p:blipFill>
        <p:spPr>
          <a:xfrm>
            <a:off x="5658840" y="2983320"/>
            <a:ext cx="767520" cy="767520"/>
          </a:xfrm>
          <a:prstGeom prst="rect">
            <a:avLst/>
          </a:prstGeom>
          <a:ln>
            <a:noFill/>
          </a:ln>
        </p:spPr>
      </p:pic>
      <p:pic>
        <p:nvPicPr>
          <p:cNvPr id="782" name="Graphic 144" descr=""/>
          <p:cNvPicPr/>
          <p:nvPr/>
        </p:nvPicPr>
        <p:blipFill>
          <a:blip r:embed="rId6"/>
          <a:stretch/>
        </p:blipFill>
        <p:spPr>
          <a:xfrm>
            <a:off x="6979680" y="3024720"/>
            <a:ext cx="699120" cy="699120"/>
          </a:xfrm>
          <a:prstGeom prst="rect">
            <a:avLst/>
          </a:prstGeom>
          <a:ln>
            <a:noFill/>
          </a:ln>
        </p:spPr>
      </p:pic>
      <p:pic>
        <p:nvPicPr>
          <p:cNvPr id="783" name="Graphic 145" descr=""/>
          <p:cNvPicPr/>
          <p:nvPr/>
        </p:nvPicPr>
        <p:blipFill>
          <a:blip r:embed="rId7"/>
          <a:stretch/>
        </p:blipFill>
        <p:spPr>
          <a:xfrm>
            <a:off x="8299440" y="2936160"/>
            <a:ext cx="675360" cy="675360"/>
          </a:xfrm>
          <a:prstGeom prst="rect">
            <a:avLst/>
          </a:prstGeom>
          <a:ln>
            <a:noFill/>
          </a:ln>
        </p:spPr>
      </p:pic>
      <p:pic>
        <p:nvPicPr>
          <p:cNvPr id="784" name="Graphic 146" descr=""/>
          <p:cNvPicPr/>
          <p:nvPr/>
        </p:nvPicPr>
        <p:blipFill>
          <a:blip r:embed="rId8"/>
          <a:stretch/>
        </p:blipFill>
        <p:spPr>
          <a:xfrm>
            <a:off x="9531360" y="2963520"/>
            <a:ext cx="667440" cy="667440"/>
          </a:xfrm>
          <a:prstGeom prst="rect">
            <a:avLst/>
          </a:prstGeom>
          <a:ln>
            <a:noFill/>
          </a:ln>
        </p:spPr>
      </p:pic>
      <p:pic>
        <p:nvPicPr>
          <p:cNvPr id="785" name="Graphic 147" descr=""/>
          <p:cNvPicPr/>
          <p:nvPr/>
        </p:nvPicPr>
        <p:blipFill>
          <a:blip r:embed="rId9"/>
          <a:stretch/>
        </p:blipFill>
        <p:spPr>
          <a:xfrm>
            <a:off x="10822320" y="2993040"/>
            <a:ext cx="662400" cy="662400"/>
          </a:xfrm>
          <a:prstGeom prst="rect">
            <a:avLst/>
          </a:prstGeom>
          <a:ln>
            <a:noFill/>
          </a:ln>
        </p:spPr>
      </p:pic>
      <p:sp>
        <p:nvSpPr>
          <p:cNvPr id="786" name="CustomShape 43"/>
          <p:cNvSpPr/>
          <p:nvPr/>
        </p:nvSpPr>
        <p:spPr>
          <a:xfrm>
            <a:off x="552960" y="150840"/>
            <a:ext cx="117720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Your presentation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CustomShape 1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Pictures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88" name="CustomShape 2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89" name="Picture 5" descr="A view of the earth from space&#10;&#10;Description automatically generated"/>
          <p:cNvPicPr/>
          <p:nvPr/>
        </p:nvPicPr>
        <p:blipFill>
          <a:blip r:embed="rId1"/>
          <a:stretch/>
        </p:blipFill>
        <p:spPr>
          <a:xfrm>
            <a:off x="6176880" y="903960"/>
            <a:ext cx="3745440" cy="2492640"/>
          </a:xfrm>
          <a:prstGeom prst="rect">
            <a:avLst/>
          </a:prstGeom>
          <a:ln>
            <a:noFill/>
          </a:ln>
        </p:spPr>
      </p:pic>
      <p:sp>
        <p:nvSpPr>
          <p:cNvPr id="790" name="CustomShape 3"/>
          <p:cNvSpPr/>
          <p:nvPr/>
        </p:nvSpPr>
        <p:spPr>
          <a:xfrm>
            <a:off x="6110280" y="592920"/>
            <a:ext cx="212868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1400" spc="-1" strike="noStrike">
                <a:solidFill>
                  <a:srgbClr val="000000"/>
                </a:solidFill>
                <a:latin typeface="Arial"/>
                <a:ea typeface="DejaVu Sans"/>
              </a:rPr>
              <a:t>Space-related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791" name="Picture 8" descr="A group of people walking down a street next to a train station&#10;&#10;Description automatically generated"/>
          <p:cNvPicPr/>
          <p:nvPr/>
        </p:nvPicPr>
        <p:blipFill>
          <a:blip r:embed="rId2"/>
          <a:stretch/>
        </p:blipFill>
        <p:spPr>
          <a:xfrm>
            <a:off x="1850040" y="2262960"/>
            <a:ext cx="3954960" cy="2637000"/>
          </a:xfrm>
          <a:prstGeom prst="rect">
            <a:avLst/>
          </a:prstGeom>
          <a:ln>
            <a:noFill/>
          </a:ln>
        </p:spPr>
      </p:pic>
      <p:pic>
        <p:nvPicPr>
          <p:cNvPr id="792" name="Picture 10" descr="A large bed in a dark room&#10;&#10;Description automatically generated"/>
          <p:cNvPicPr/>
          <p:nvPr/>
        </p:nvPicPr>
        <p:blipFill>
          <a:blip r:embed="rId3"/>
          <a:stretch/>
        </p:blipFill>
        <p:spPr>
          <a:xfrm>
            <a:off x="6203520" y="3854520"/>
            <a:ext cx="3738240" cy="2492640"/>
          </a:xfrm>
          <a:prstGeom prst="rect">
            <a:avLst/>
          </a:prstGeom>
          <a:ln>
            <a:noFill/>
          </a:ln>
        </p:spPr>
      </p:pic>
      <p:sp>
        <p:nvSpPr>
          <p:cNvPr id="793" name="CustomShape 4"/>
          <p:cNvSpPr/>
          <p:nvPr/>
        </p:nvSpPr>
        <p:spPr>
          <a:xfrm>
            <a:off x="1850040" y="1931040"/>
            <a:ext cx="1110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1400" spc="-1" strike="noStrike">
                <a:solidFill>
                  <a:srgbClr val="000000"/>
                </a:solidFill>
                <a:latin typeface="Arial"/>
                <a:ea typeface="DejaVu Sans"/>
              </a:rPr>
              <a:t>Our office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4" name="CustomShape 5"/>
          <p:cNvSpPr/>
          <p:nvPr/>
        </p:nvSpPr>
        <p:spPr>
          <a:xfrm>
            <a:off x="6110280" y="3582000"/>
            <a:ext cx="1110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1400" spc="-1" strike="noStrike">
                <a:solidFill>
                  <a:srgbClr val="000000"/>
                </a:solidFill>
                <a:latin typeface="Arial"/>
                <a:ea typeface="DejaVu Sans"/>
              </a:rPr>
              <a:t>The labs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5" name="CustomShape 6"/>
          <p:cNvSpPr/>
          <p:nvPr/>
        </p:nvSpPr>
        <p:spPr>
          <a:xfrm>
            <a:off x="2524680" y="5136120"/>
            <a:ext cx="3124800" cy="875880"/>
          </a:xfrm>
          <a:prstGeom prst="roundRect">
            <a:avLst>
              <a:gd name="adj" fmla="val 16667"/>
            </a:avLst>
          </a:prstGeom>
          <a:solidFill>
            <a:srgbClr val="5a237e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400" spc="-1" strike="noStrike" u="sng">
                <a:solidFill>
                  <a:srgbClr val="642982"/>
                </a:solidFill>
                <a:uFillTx/>
                <a:latin typeface="Arial"/>
                <a:ea typeface="DejaVu Sans"/>
                <a:hlinkClick r:id="rId4"/>
              </a:rPr>
              <a:t>A stock photo gallery on Intranet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CustomShape 1"/>
          <p:cNvSpPr/>
          <p:nvPr/>
        </p:nvSpPr>
        <p:spPr>
          <a:xfrm>
            <a:off x="10546560" y="6130440"/>
            <a:ext cx="1515600" cy="7264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7" name="CustomShape 2"/>
          <p:cNvSpPr/>
          <p:nvPr/>
        </p:nvSpPr>
        <p:spPr>
          <a:xfrm>
            <a:off x="4479120" y="1870560"/>
            <a:ext cx="1382040" cy="50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Symeon Chatzinotas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98" name="CustomShape 3"/>
          <p:cNvSpPr/>
          <p:nvPr/>
        </p:nvSpPr>
        <p:spPr>
          <a:xfrm>
            <a:off x="571680" y="373320"/>
            <a:ext cx="40971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Our Research Groups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99" name="CustomShape 4"/>
          <p:cNvSpPr/>
          <p:nvPr/>
        </p:nvSpPr>
        <p:spPr>
          <a:xfrm>
            <a:off x="1740960" y="3320640"/>
            <a:ext cx="115380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Domenico Bianculli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0" name="CustomShape 5"/>
          <p:cNvSpPr/>
          <p:nvPr/>
        </p:nvSpPr>
        <p:spPr>
          <a:xfrm>
            <a:off x="1721880" y="2713680"/>
            <a:ext cx="1233000" cy="54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Software Verification and Validation (SVV)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01" name="CustomShape 6"/>
          <p:cNvSpPr/>
          <p:nvPr/>
        </p:nvSpPr>
        <p:spPr>
          <a:xfrm>
            <a:off x="1734480" y="1971720"/>
            <a:ext cx="11538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Djamila Aouada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2" name="CustomShape 7"/>
          <p:cNvSpPr/>
          <p:nvPr/>
        </p:nvSpPr>
        <p:spPr>
          <a:xfrm>
            <a:off x="1737000" y="1445760"/>
            <a:ext cx="1980720" cy="54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Imaging &amp; Machine Intelligence (CVI</a:t>
            </a:r>
            <a:r>
              <a:rPr b="1" lang="en-US" sz="1000" spc="-1" strike="noStrike" baseline="30000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03" name="CustomShape 8"/>
          <p:cNvSpPr/>
          <p:nvPr/>
        </p:nvSpPr>
        <p:spPr>
          <a:xfrm>
            <a:off x="4474080" y="3264480"/>
            <a:ext cx="1153800" cy="22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Grégoire </a:t>
            </a:r>
            <a:r>
              <a:rPr b="0" lang="en-US" sz="900" spc="-1" strike="noStrike">
                <a:solidFill>
                  <a:srgbClr val="141414"/>
                </a:solidFill>
                <a:latin typeface="Arial"/>
                <a:ea typeface="Arial"/>
              </a:rPr>
              <a:t>Danoy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4" name="CustomShape 9"/>
          <p:cNvSpPr/>
          <p:nvPr/>
        </p:nvSpPr>
        <p:spPr>
          <a:xfrm>
            <a:off x="4472640" y="2730600"/>
            <a:ext cx="1636560" cy="54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Parallel Computing &amp; Optimisation Group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(PCOG)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05" name="CustomShape 10"/>
          <p:cNvSpPr/>
          <p:nvPr/>
        </p:nvSpPr>
        <p:spPr>
          <a:xfrm>
            <a:off x="7299000" y="3472200"/>
            <a:ext cx="11538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Gabriele Lenzini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6" name="CustomShape 11"/>
          <p:cNvSpPr/>
          <p:nvPr/>
        </p:nvSpPr>
        <p:spPr>
          <a:xfrm>
            <a:off x="7298640" y="3093840"/>
            <a:ext cx="163656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Sociotechnical Cybersecurity (IRiSC)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07" name="CustomShape 12"/>
          <p:cNvSpPr/>
          <p:nvPr/>
        </p:nvSpPr>
        <p:spPr>
          <a:xfrm>
            <a:off x="7329960" y="1271520"/>
            <a:ext cx="11538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Gilbert Fridgen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8" name="CustomShape 13"/>
          <p:cNvSpPr/>
          <p:nvPr/>
        </p:nvSpPr>
        <p:spPr>
          <a:xfrm>
            <a:off x="7327800" y="408240"/>
            <a:ext cx="1636560" cy="85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Digital Financial Services &amp; Cross-Organisation Digital Transformations (FINATRAX)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09" name="CustomShape 14"/>
          <p:cNvSpPr/>
          <p:nvPr/>
        </p:nvSpPr>
        <p:spPr>
          <a:xfrm>
            <a:off x="10383480" y="4709880"/>
            <a:ext cx="11538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Marcus Völp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10" name="CustomShape 15"/>
          <p:cNvSpPr/>
          <p:nvPr/>
        </p:nvSpPr>
        <p:spPr>
          <a:xfrm>
            <a:off x="10386360" y="4132080"/>
            <a:ext cx="1557720" cy="54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Critical &amp; Extreme Security &amp; Dependability (CritiX)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11" name="CustomShape 16"/>
          <p:cNvSpPr/>
          <p:nvPr/>
        </p:nvSpPr>
        <p:spPr>
          <a:xfrm>
            <a:off x="10458720" y="6017400"/>
            <a:ext cx="11538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Holger Voos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12" name="CustomShape 17"/>
          <p:cNvSpPr/>
          <p:nvPr/>
        </p:nvSpPr>
        <p:spPr>
          <a:xfrm>
            <a:off x="10458720" y="5619600"/>
            <a:ext cx="163656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Automation &amp; Robotics (ARG)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13" name="CustomShape 18"/>
          <p:cNvSpPr/>
          <p:nvPr/>
        </p:nvSpPr>
        <p:spPr>
          <a:xfrm>
            <a:off x="7345800" y="4711320"/>
            <a:ext cx="122256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Miguel Olivares Mendez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14" name="CustomShape 19"/>
          <p:cNvSpPr/>
          <p:nvPr/>
        </p:nvSpPr>
        <p:spPr>
          <a:xfrm>
            <a:off x="7326360" y="4315320"/>
            <a:ext cx="163656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Space Robotics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(SpaceR)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15" name="CustomShape 20"/>
          <p:cNvSpPr/>
          <p:nvPr/>
        </p:nvSpPr>
        <p:spPr>
          <a:xfrm>
            <a:off x="10426320" y="2432160"/>
            <a:ext cx="11538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Bhavani Shankar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16" name="CustomShape 21"/>
          <p:cNvSpPr/>
          <p:nvPr/>
        </p:nvSpPr>
        <p:spPr>
          <a:xfrm>
            <a:off x="10402920" y="1687680"/>
            <a:ext cx="1636560" cy="69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Arial"/>
              </a:rPr>
              <a:t>Signal Processing Applications in Radar &amp; Communications 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Arial"/>
              </a:rPr>
              <a:t>(SPARC)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17" name="CustomShape 22"/>
          <p:cNvSpPr/>
          <p:nvPr/>
        </p:nvSpPr>
        <p:spPr>
          <a:xfrm>
            <a:off x="1747800" y="4257000"/>
            <a:ext cx="11538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Alex Biryukov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18" name="CustomShape 23"/>
          <p:cNvSpPr/>
          <p:nvPr/>
        </p:nvSpPr>
        <p:spPr>
          <a:xfrm>
            <a:off x="1745640" y="4013640"/>
            <a:ext cx="1636560" cy="24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CryptoLux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19" name="CustomShape 24"/>
          <p:cNvSpPr/>
          <p:nvPr/>
        </p:nvSpPr>
        <p:spPr>
          <a:xfrm>
            <a:off x="7331400" y="6060600"/>
            <a:ext cx="1153800" cy="22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Mike Papadakis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20" name="CustomShape 25"/>
          <p:cNvSpPr/>
          <p:nvPr/>
        </p:nvSpPr>
        <p:spPr>
          <a:xfrm>
            <a:off x="7329960" y="5646600"/>
            <a:ext cx="163656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Security, Reasoning &amp; Validation (SerVal)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1" name="CustomShape 26"/>
          <p:cNvSpPr/>
          <p:nvPr/>
        </p:nvSpPr>
        <p:spPr>
          <a:xfrm>
            <a:off x="10417320" y="3556800"/>
            <a:ext cx="15840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Radu State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22" name="CustomShape 27"/>
          <p:cNvSpPr/>
          <p:nvPr/>
        </p:nvSpPr>
        <p:spPr>
          <a:xfrm>
            <a:off x="10420560" y="3107160"/>
            <a:ext cx="183888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Service &amp; Data Management (SEDAN)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3" name="CustomShape 28"/>
          <p:cNvSpPr/>
          <p:nvPr/>
        </p:nvSpPr>
        <p:spPr>
          <a:xfrm>
            <a:off x="10461240" y="1105920"/>
            <a:ext cx="11538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Peter Ryan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24" name="CustomShape 29"/>
          <p:cNvSpPr/>
          <p:nvPr/>
        </p:nvSpPr>
        <p:spPr>
          <a:xfrm>
            <a:off x="10412640" y="546840"/>
            <a:ext cx="1838880" cy="54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Applied Security &amp; Information Assurance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(APSIA)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5" name="CustomShape 30"/>
          <p:cNvSpPr/>
          <p:nvPr/>
        </p:nvSpPr>
        <p:spPr>
          <a:xfrm>
            <a:off x="4477320" y="1485000"/>
            <a:ext cx="1320120" cy="537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70" spc="-1" strike="noStrike">
                <a:solidFill>
                  <a:srgbClr val="000000"/>
                </a:solidFill>
                <a:latin typeface="Arial"/>
                <a:ea typeface="DejaVu Sans"/>
              </a:rPr>
              <a:t>Signal Processing &amp; Communications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(SIGCOM)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6" name="CustomShape 31"/>
          <p:cNvSpPr/>
          <p:nvPr/>
        </p:nvSpPr>
        <p:spPr>
          <a:xfrm>
            <a:off x="546840" y="150840"/>
            <a:ext cx="8355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Who we are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27" name="CustomShape 32"/>
          <p:cNvSpPr/>
          <p:nvPr/>
        </p:nvSpPr>
        <p:spPr>
          <a:xfrm>
            <a:off x="7334640" y="2386440"/>
            <a:ext cx="11538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Andreas Hein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28" name="CustomShape 33"/>
          <p:cNvSpPr/>
          <p:nvPr/>
        </p:nvSpPr>
        <p:spPr>
          <a:xfrm>
            <a:off x="7334280" y="1779120"/>
            <a:ext cx="1233000" cy="54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Space Systems Engineering (SpaSys)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9" name="CustomShape 34"/>
          <p:cNvSpPr/>
          <p:nvPr/>
        </p:nvSpPr>
        <p:spPr>
          <a:xfrm>
            <a:off x="4471560" y="4574160"/>
            <a:ext cx="15840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41414"/>
                </a:solidFill>
                <a:latin typeface="Arial"/>
                <a:ea typeface="DejaVu Sans"/>
              </a:rPr>
              <a:t>Christian Fisch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30" name="CustomShape 35"/>
          <p:cNvSpPr/>
          <p:nvPr/>
        </p:nvSpPr>
        <p:spPr>
          <a:xfrm>
            <a:off x="4468680" y="4005000"/>
            <a:ext cx="1838880" cy="54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Entrepreneurship, Innovation &amp; New Technology (EINT)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31" name="CustomShape 36"/>
          <p:cNvSpPr/>
          <p:nvPr/>
        </p:nvSpPr>
        <p:spPr>
          <a:xfrm>
            <a:off x="1679040" y="5595120"/>
            <a:ext cx="155988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141414"/>
                </a:solidFill>
                <a:latin typeface="Arial"/>
                <a:ea typeface="DejaVu Sans"/>
              </a:rPr>
              <a:t>Tegawendé F. Bissyandé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832" name="Picture 13" descr="A person in a suit and glasses&#10;&#10;Description automatically generated"/>
          <p:cNvPicPr/>
          <p:nvPr/>
        </p:nvPicPr>
        <p:blipFill>
          <a:blip r:embed="rId1"/>
          <a:stretch/>
        </p:blipFill>
        <p:spPr>
          <a:xfrm>
            <a:off x="540720" y="2539440"/>
            <a:ext cx="1115640" cy="1115640"/>
          </a:xfrm>
          <a:prstGeom prst="rect">
            <a:avLst/>
          </a:prstGeom>
          <a:ln>
            <a:noFill/>
          </a:ln>
        </p:spPr>
      </p:pic>
      <p:sp>
        <p:nvSpPr>
          <p:cNvPr id="833" name="CustomShape 37"/>
          <p:cNvSpPr/>
          <p:nvPr/>
        </p:nvSpPr>
        <p:spPr>
          <a:xfrm>
            <a:off x="1680120" y="5243040"/>
            <a:ext cx="163656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Trustworthy Software Engineering (TruX)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34" name="CustomShape 38"/>
          <p:cNvSpPr/>
          <p:nvPr/>
        </p:nvSpPr>
        <p:spPr>
          <a:xfrm>
            <a:off x="4461120" y="5761080"/>
            <a:ext cx="1153800" cy="22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141414"/>
                </a:solidFill>
                <a:latin typeface="Arial"/>
                <a:ea typeface="DejaVu Sans"/>
              </a:rPr>
              <a:t>Raphaël Frank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35" name="CustomShape 39"/>
          <p:cNvSpPr/>
          <p:nvPr/>
        </p:nvSpPr>
        <p:spPr>
          <a:xfrm>
            <a:off x="4463280" y="5208120"/>
            <a:ext cx="1636560" cy="54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1000" spc="-1" strike="noStrike">
                <a:solidFill>
                  <a:srgbClr val="000000"/>
                </a:solidFill>
                <a:latin typeface="Arial"/>
                <a:ea typeface="DejaVu Sans"/>
              </a:rPr>
              <a:t>Ubiquitous and Intelligent Systems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(UBI-X)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836" name="Picture 14" descr="A person in a suit and tie&#10;&#10;Description automatically generated"/>
          <p:cNvPicPr/>
          <p:nvPr/>
        </p:nvPicPr>
        <p:blipFill>
          <a:blip r:embed="rId2"/>
          <a:stretch/>
        </p:blipFill>
        <p:spPr>
          <a:xfrm>
            <a:off x="6112080" y="4069800"/>
            <a:ext cx="1197000" cy="1234440"/>
          </a:xfrm>
          <a:prstGeom prst="rect">
            <a:avLst/>
          </a:prstGeom>
          <a:ln>
            <a:noFill/>
          </a:ln>
        </p:spPr>
      </p:pic>
      <p:pic>
        <p:nvPicPr>
          <p:cNvPr id="837" name="Picture 15" descr="A person with dark hair wearing a black jacket and gold necklace&#10;&#10;Description automatically generated"/>
          <p:cNvPicPr/>
          <p:nvPr/>
        </p:nvPicPr>
        <p:blipFill>
          <a:blip r:embed="rId3"/>
          <a:stretch/>
        </p:blipFill>
        <p:spPr>
          <a:xfrm>
            <a:off x="540720" y="1271520"/>
            <a:ext cx="1115640" cy="1134360"/>
          </a:xfrm>
          <a:prstGeom prst="rect">
            <a:avLst/>
          </a:prstGeom>
          <a:ln>
            <a:noFill/>
          </a:ln>
        </p:spPr>
      </p:pic>
      <p:pic>
        <p:nvPicPr>
          <p:cNvPr id="838" name="Picture 16" descr="A person wearing glasses and a blue sweater&#10;&#10;Description automatically generated"/>
          <p:cNvPicPr/>
          <p:nvPr/>
        </p:nvPicPr>
        <p:blipFill>
          <a:blip r:embed="rId4"/>
          <a:stretch/>
        </p:blipFill>
        <p:spPr>
          <a:xfrm>
            <a:off x="540720" y="3776400"/>
            <a:ext cx="1115640" cy="1115640"/>
          </a:xfrm>
          <a:prstGeom prst="rect">
            <a:avLst/>
          </a:prstGeom>
          <a:ln>
            <a:noFill/>
          </a:ln>
        </p:spPr>
      </p:pic>
      <p:pic>
        <p:nvPicPr>
          <p:cNvPr id="839" name="Picture 17" descr="A person in a suit and blue glasses&#10;&#10;Description automatically generated"/>
          <p:cNvPicPr/>
          <p:nvPr/>
        </p:nvPicPr>
        <p:blipFill>
          <a:blip r:embed="rId5"/>
          <a:stretch/>
        </p:blipFill>
        <p:spPr>
          <a:xfrm>
            <a:off x="540720" y="5013000"/>
            <a:ext cx="1115640" cy="1115640"/>
          </a:xfrm>
          <a:prstGeom prst="rect">
            <a:avLst/>
          </a:prstGeom>
          <a:ln>
            <a:noFill/>
          </a:ln>
        </p:spPr>
      </p:pic>
      <p:pic>
        <p:nvPicPr>
          <p:cNvPr id="840" name="Picture 18" descr="A person in a suit and tie&#10;&#10;Description automatically generated"/>
          <p:cNvPicPr/>
          <p:nvPr/>
        </p:nvPicPr>
        <p:blipFill>
          <a:blip r:embed="rId6"/>
          <a:stretch/>
        </p:blipFill>
        <p:spPr>
          <a:xfrm>
            <a:off x="3288960" y="1271520"/>
            <a:ext cx="1115640" cy="1115640"/>
          </a:xfrm>
          <a:prstGeom prst="rect">
            <a:avLst/>
          </a:prstGeom>
          <a:ln>
            <a:noFill/>
          </a:ln>
        </p:spPr>
      </p:pic>
      <p:pic>
        <p:nvPicPr>
          <p:cNvPr id="841" name="Picture 1" descr="A person in a suit&#10;&#10;Description automatically generated"/>
          <p:cNvPicPr/>
          <p:nvPr/>
        </p:nvPicPr>
        <p:blipFill>
          <a:blip r:embed="rId7"/>
          <a:stretch/>
        </p:blipFill>
        <p:spPr>
          <a:xfrm>
            <a:off x="3288960" y="2539440"/>
            <a:ext cx="1115640" cy="1134360"/>
          </a:xfrm>
          <a:prstGeom prst="rect">
            <a:avLst/>
          </a:prstGeom>
          <a:ln>
            <a:noFill/>
          </a:ln>
        </p:spPr>
      </p:pic>
      <p:pic>
        <p:nvPicPr>
          <p:cNvPr id="842" name="Picture 4" descr="A person in a suit&#10;&#10;Description automatically generated"/>
          <p:cNvPicPr/>
          <p:nvPr/>
        </p:nvPicPr>
        <p:blipFill>
          <a:blip r:embed="rId8"/>
          <a:stretch/>
        </p:blipFill>
        <p:spPr>
          <a:xfrm>
            <a:off x="3288960" y="3776400"/>
            <a:ext cx="1115640" cy="1134360"/>
          </a:xfrm>
          <a:prstGeom prst="rect">
            <a:avLst/>
          </a:prstGeom>
          <a:ln>
            <a:noFill/>
          </a:ln>
        </p:spPr>
      </p:pic>
      <p:pic>
        <p:nvPicPr>
          <p:cNvPr id="843" name="Picture 5" descr="A person in a suit and bow tie&#10;&#10;Description automatically generated"/>
          <p:cNvPicPr/>
          <p:nvPr/>
        </p:nvPicPr>
        <p:blipFill>
          <a:blip r:embed="rId9"/>
          <a:stretch/>
        </p:blipFill>
        <p:spPr>
          <a:xfrm>
            <a:off x="6118560" y="372240"/>
            <a:ext cx="1153080" cy="1153080"/>
          </a:xfrm>
          <a:prstGeom prst="rect">
            <a:avLst/>
          </a:prstGeom>
          <a:ln>
            <a:noFill/>
          </a:ln>
        </p:spPr>
      </p:pic>
      <p:pic>
        <p:nvPicPr>
          <p:cNvPr id="844" name="Picture 9" descr="A person wearing glasses and a grey jacket&#10;&#10;Description automatically generated"/>
          <p:cNvPicPr/>
          <p:nvPr/>
        </p:nvPicPr>
        <p:blipFill>
          <a:blip r:embed="rId10"/>
          <a:stretch/>
        </p:blipFill>
        <p:spPr>
          <a:xfrm>
            <a:off x="3288960" y="5013000"/>
            <a:ext cx="1115640" cy="1134360"/>
          </a:xfrm>
          <a:prstGeom prst="rect">
            <a:avLst/>
          </a:prstGeom>
          <a:ln>
            <a:noFill/>
          </a:ln>
        </p:spPr>
      </p:pic>
      <p:pic>
        <p:nvPicPr>
          <p:cNvPr id="845" name="Picture 11" descr="A person in a suit and glasses&#10;&#10;Description automatically generated"/>
          <p:cNvPicPr/>
          <p:nvPr/>
        </p:nvPicPr>
        <p:blipFill>
          <a:blip r:embed="rId11"/>
          <a:stretch/>
        </p:blipFill>
        <p:spPr>
          <a:xfrm>
            <a:off x="6118560" y="1615320"/>
            <a:ext cx="1153080" cy="1153080"/>
          </a:xfrm>
          <a:prstGeom prst="rect">
            <a:avLst/>
          </a:prstGeom>
          <a:ln>
            <a:noFill/>
          </a:ln>
        </p:spPr>
      </p:pic>
      <p:pic>
        <p:nvPicPr>
          <p:cNvPr id="846" name="Picture 19" descr="A person in a suit and tie&#10;&#10;Description automatically generated"/>
          <p:cNvPicPr/>
          <p:nvPr/>
        </p:nvPicPr>
        <p:blipFill>
          <a:blip r:embed="rId12"/>
          <a:stretch/>
        </p:blipFill>
        <p:spPr>
          <a:xfrm>
            <a:off x="6118560" y="2864520"/>
            <a:ext cx="1153080" cy="1153080"/>
          </a:xfrm>
          <a:prstGeom prst="rect">
            <a:avLst/>
          </a:prstGeom>
          <a:ln>
            <a:noFill/>
          </a:ln>
        </p:spPr>
      </p:pic>
      <p:pic>
        <p:nvPicPr>
          <p:cNvPr id="847" name="Picture 21" descr="A person wearing glasses and a brown jacket&#10;&#10;Description automatically generated"/>
          <p:cNvPicPr/>
          <p:nvPr/>
        </p:nvPicPr>
        <p:blipFill>
          <a:blip r:embed="rId13"/>
          <a:stretch/>
        </p:blipFill>
        <p:spPr>
          <a:xfrm>
            <a:off x="6112080" y="5369040"/>
            <a:ext cx="1221840" cy="1203120"/>
          </a:xfrm>
          <a:prstGeom prst="rect">
            <a:avLst/>
          </a:prstGeom>
          <a:ln>
            <a:noFill/>
          </a:ln>
        </p:spPr>
      </p:pic>
      <p:pic>
        <p:nvPicPr>
          <p:cNvPr id="848" name="Picture 22" descr="A person in a suit&#10;&#10;Description automatically generated"/>
          <p:cNvPicPr/>
          <p:nvPr/>
        </p:nvPicPr>
        <p:blipFill>
          <a:blip r:embed="rId14"/>
          <a:stretch/>
        </p:blipFill>
        <p:spPr>
          <a:xfrm>
            <a:off x="9210240" y="372240"/>
            <a:ext cx="1153080" cy="1153080"/>
          </a:xfrm>
          <a:prstGeom prst="rect">
            <a:avLst/>
          </a:prstGeom>
          <a:ln>
            <a:noFill/>
          </a:ln>
        </p:spPr>
      </p:pic>
      <p:pic>
        <p:nvPicPr>
          <p:cNvPr id="849" name="Picture 23" descr="A person smiling at the camera&#10;&#10;Description automatically generated"/>
          <p:cNvPicPr/>
          <p:nvPr/>
        </p:nvPicPr>
        <p:blipFill>
          <a:blip r:embed="rId15"/>
          <a:stretch/>
        </p:blipFill>
        <p:spPr>
          <a:xfrm>
            <a:off x="9210240" y="1615320"/>
            <a:ext cx="1159560" cy="1153080"/>
          </a:xfrm>
          <a:prstGeom prst="rect">
            <a:avLst/>
          </a:prstGeom>
          <a:ln>
            <a:noFill/>
          </a:ln>
        </p:spPr>
      </p:pic>
      <p:pic>
        <p:nvPicPr>
          <p:cNvPr id="850" name="Picture 24" descr="A person wearing glasses and a suit&#10;&#10;Description automatically generated"/>
          <p:cNvPicPr/>
          <p:nvPr/>
        </p:nvPicPr>
        <p:blipFill>
          <a:blip r:embed="rId16"/>
          <a:stretch/>
        </p:blipFill>
        <p:spPr>
          <a:xfrm>
            <a:off x="9210240" y="2864520"/>
            <a:ext cx="1159560" cy="1171800"/>
          </a:xfrm>
          <a:prstGeom prst="rect">
            <a:avLst/>
          </a:prstGeom>
          <a:ln>
            <a:noFill/>
          </a:ln>
        </p:spPr>
      </p:pic>
      <p:pic>
        <p:nvPicPr>
          <p:cNvPr id="851" name="Picture 25" descr="A person in a suit and tie&#10;&#10;Description automatically generated"/>
          <p:cNvPicPr/>
          <p:nvPr/>
        </p:nvPicPr>
        <p:blipFill>
          <a:blip r:embed="rId17"/>
          <a:stretch/>
        </p:blipFill>
        <p:spPr>
          <a:xfrm>
            <a:off x="9191520" y="4132440"/>
            <a:ext cx="1197000" cy="1171800"/>
          </a:xfrm>
          <a:prstGeom prst="rect">
            <a:avLst/>
          </a:prstGeom>
          <a:ln>
            <a:noFill/>
          </a:ln>
        </p:spPr>
      </p:pic>
      <p:pic>
        <p:nvPicPr>
          <p:cNvPr id="852" name="Picture 26" descr="A person in a suit&#10;&#10;Description automatically generated"/>
          <p:cNvPicPr/>
          <p:nvPr/>
        </p:nvPicPr>
        <p:blipFill>
          <a:blip r:embed="rId18"/>
          <a:stretch/>
        </p:blipFill>
        <p:spPr>
          <a:xfrm>
            <a:off x="9191520" y="5419080"/>
            <a:ext cx="1197000" cy="12031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CustomShape 1"/>
          <p:cNvSpPr/>
          <p:nvPr/>
        </p:nvSpPr>
        <p:spPr>
          <a:xfrm>
            <a:off x="544680" y="15084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4" name="CustomShape 2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5" name="CustomShape 3"/>
          <p:cNvSpPr/>
          <p:nvPr/>
        </p:nvSpPr>
        <p:spPr>
          <a:xfrm>
            <a:off x="544680" y="865080"/>
            <a:ext cx="11361600" cy="33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56" name="Picture 4" descr="A picture containing animal&#10;&#10;Description automatically generated"/>
          <p:cNvPicPr/>
          <p:nvPr/>
        </p:nvPicPr>
        <p:blipFill>
          <a:blip r:embed="rId1"/>
          <a:stretch/>
        </p:blipFill>
        <p:spPr>
          <a:xfrm>
            <a:off x="0" y="-24840"/>
            <a:ext cx="12191040" cy="6881760"/>
          </a:xfrm>
          <a:prstGeom prst="rect">
            <a:avLst/>
          </a:prstGeom>
          <a:ln>
            <a:noFill/>
          </a:ln>
        </p:spPr>
      </p:pic>
      <p:sp>
        <p:nvSpPr>
          <p:cNvPr id="857" name="CustomShape 4"/>
          <p:cNvSpPr/>
          <p:nvPr/>
        </p:nvSpPr>
        <p:spPr>
          <a:xfrm>
            <a:off x="891360" y="2766600"/>
            <a:ext cx="4073400" cy="169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8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Arial"/>
                <a:ea typeface="DejaVu Sans"/>
              </a:rPr>
              <a:t>More backgrounds for title slide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Picture 13" descr="A picture containing animal&#10;&#10;Description automatically generated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</p:pic>
      <p:sp>
        <p:nvSpPr>
          <p:cNvPr id="859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Picture 3" descr="A close up of a logo&#10;&#10;Description automatically generated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</p:pic>
      <p:sp>
        <p:nvSpPr>
          <p:cNvPr id="861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Picture 3" descr="A picture containing animal&#10;&#10;Description automatically generated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</p:pic>
      <p:sp>
        <p:nvSpPr>
          <p:cNvPr id="863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C733D9C6487A428B88740F3F817FE0" ma:contentTypeVersion="21" ma:contentTypeDescription="Create a new document." ma:contentTypeScope="" ma:versionID="85c7a5dff1f0661f3996a2b7e2161126">
  <xsd:schema xmlns:xsd="http://www.w3.org/2001/XMLSchema" xmlns:xs="http://www.w3.org/2001/XMLSchema" xmlns:p="http://schemas.microsoft.com/office/2006/metadata/properties" xmlns:ns2="b9887ba6-eee9-4706-bbef-3d72972728aa" xmlns:ns3="f47c8816-27ad-45f9-86d9-8ac5972dd892" targetNamespace="http://schemas.microsoft.com/office/2006/metadata/properties" ma:root="true" ma:fieldsID="5ff8336e86aef6b12ad0bcb64fd53936" ns2:_="" ns3:_="">
    <xsd:import namespace="b9887ba6-eee9-4706-bbef-3d72972728aa"/>
    <xsd:import namespace="f47c8816-27ad-45f9-86d9-8ac5972dd892"/>
    <xsd:element name="properties">
      <xsd:complexType>
        <xsd:sequence>
          <xsd:element name="documentManagement">
            <xsd:complexType>
              <xsd:all>
                <xsd:element ref="ns2:o606121503634f60aadbd34f286ff3d9" minOccurs="0"/>
                <xsd:element ref="ns2:a60e8a9bb7a5498084be0308f3b51622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887ba6-eee9-4706-bbef-3d72972728aa" elementFormDefault="qualified">
    <xsd:import namespace="http://schemas.microsoft.com/office/2006/documentManagement/types"/>
    <xsd:import namespace="http://schemas.microsoft.com/office/infopath/2007/PartnerControls"/>
    <xsd:element name="o606121503634f60aadbd34f286ff3d9" ma:index="8" nillable="true" ma:taxonomy="true" ma:internalName="o606121503634f60aadbd34f286ff3d9" ma:taxonomyFieldName="Document_x0020_Category" ma:displayName="Document Category" ma:readOnly="false" ma:fieldId="{86061215-0363-4f60-aadb-d34f286ff3d9}" ma:taxonomyMulti="true" ma:sspId="b1350db3-1762-4bf1-805b-8e7c55ddee46" ma:termSetId="8467628b-cc19-41c8-84de-1e197b3524f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60e8a9bb7a5498084be0308f3b51622" ma:index="10" nillable="true" ma:taxonomy="true" ma:internalName="a60e8a9bb7a5498084be0308f3b51622" ma:taxonomyFieldName="The_x0020_University" ma:displayName="The University" ma:readOnly="false" ma:fieldId="{a60e8a9b-b7a5-4980-84be-0308f3b51622}" ma:taxonomyMulti="true" ma:sspId="b1350db3-1762-4bf1-805b-8e7c55ddee46" ma:termSetId="d027352d-354c-4edb-9a10-0a26093ac2d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06ff742b-95bc-48cb-bb7d-d83b8427127d}" ma:internalName="TaxCatchAll" ma:showField="CatchAllData" ma:web="b9887ba6-eee9-4706-bbef-3d72972728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7c8816-27ad-45f9-86d9-8ac5972dd8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Balises d’images" ma:readOnly="false" ma:fieldId="{5cf76f15-5ced-4ddc-b409-7134ff3c332f}" ma:taxonomyMulti="true" ma:sspId="b1350db3-1762-4bf1-805b-8e7c55ddee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887ba6-eee9-4706-bbef-3d72972728aa" xsi:nil="true"/>
    <o606121503634f60aadbd34f286ff3d9 xmlns="b9887ba6-eee9-4706-bbef-3d72972728aa">
      <Terms xmlns="http://schemas.microsoft.com/office/infopath/2007/PartnerControls"/>
    </o606121503634f60aadbd34f286ff3d9>
    <a60e8a9bb7a5498084be0308f3b51622 xmlns="b9887ba6-eee9-4706-bbef-3d72972728aa">
      <Terms xmlns="http://schemas.microsoft.com/office/infopath/2007/PartnerControls"/>
    </a60e8a9bb7a5498084be0308f3b51622>
    <lcf76f155ced4ddcb4097134ff3c332f xmlns="f47c8816-27ad-45f9-86d9-8ac5972dd89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64FDA6-8968-4BD9-91FC-549ED86B53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887ba6-eee9-4706-bbef-3d72972728aa"/>
    <ds:schemaRef ds:uri="f47c8816-27ad-45f9-86d9-8ac5972dd8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863BE2-1074-453D-8C43-F08EB45BB408}">
  <ds:schemaRefs>
    <ds:schemaRef ds:uri="a6c533f7-61db-40a9-92cc-7bf39d0de398"/>
    <ds:schemaRef ds:uri="b9887ba6-eee9-4706-bbef-3d72972728aa"/>
    <ds:schemaRef ds:uri="f47c8816-27ad-45f9-86d9-8ac5972dd892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CB98C08-2A96-4627-A7AB-076B37EB6E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2024-02-16T10:12:28Z</dcterms:created>
  <dc:creator>Kerryn RAMM</dc:creator>
  <dc:description/>
  <dc:language>en-US</dc:language>
  <cp:lastModifiedBy/>
  <dcterms:modified xsi:type="dcterms:W3CDTF">2024-07-15T23:32:48Z</dcterms:modified>
  <cp:revision>33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0x01010040C733D9C6487A428B88740F3F817FE0</vt:lpwstr>
  </property>
  <property fmtid="{D5CDD505-2E9C-101B-9397-08002B2CF9AE}" pid="4" name="Document Category">
    <vt:lpwstr/>
  </property>
  <property fmtid="{D5CDD505-2E9C-101B-9397-08002B2CF9AE}" pid="5" name="HiddenSlides">
    <vt:i4>0</vt:i4>
  </property>
  <property fmtid="{D5CDD505-2E9C-101B-9397-08002B2CF9AE}" pid="6" name="HyperlinksChanged">
    <vt:bool>0</vt:bool>
  </property>
  <property fmtid="{D5CDD505-2E9C-101B-9397-08002B2CF9AE}" pid="7" name="LinksUpToDate">
    <vt:bool>0</vt:bool>
  </property>
  <property fmtid="{D5CDD505-2E9C-101B-9397-08002B2CF9AE}" pid="8" name="MediaServiceImageTags">
    <vt:lpwstr/>
  </property>
  <property fmtid="{D5CDD505-2E9C-101B-9397-08002B2CF9AE}" pid="9" name="Notes">
    <vt:i4>1</vt:i4>
  </property>
  <property fmtid="{D5CDD505-2E9C-101B-9397-08002B2CF9AE}" pid="10" name="PresentationFormat">
    <vt:lpwstr>Widescreen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22</vt:i4>
  </property>
  <property fmtid="{D5CDD505-2E9C-101B-9397-08002B2CF9AE}" pid="14" name="The University">
    <vt:lpwstr/>
  </property>
</Properties>
</file>